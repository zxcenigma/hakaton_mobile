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267" r:id="rId26"/>
    <p:sldId id="263" r:id="rId22"/>
    <p:sldId id="370" r:id="rId16"/>
    <p:sldId id="262" r:id="rId2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slide" Target="slides/slide15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Точность выбора объяснения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Модель</c:v>
                </c:pt>
                <c:pt idx="1">
                  <c:v>Базовый выбор</c:v>
                </c:pt>
                <c:pt idx="2">
                  <c:v>Порог гейта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0.8415</c:v>
                </c:pt>
                <c:pt idx="1">
                  <c:v>0.3333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‹ЗАПОЛНИТЬ› название команды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t>«Монетка» — Департамент финансов города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chemeClr val="tx1"/>
                </a:solidFill>
              </a:rPr>
              <a:t>Каждое решение объясняется словами, а не баллами. Объяснение выбирает модель, но при её отказе или ответе дольше 50 мс работает правило — приложение полноценно и без сети, и без ML. Экономику игры модели не трогают: цены и доход одинаковы для всех. Персональные данные детей не собираются — это проверяет код.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‹ЗАПОЛНИТЬ› ФИО, специальность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‹ЗАПОЛНИТЬ› сколько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‹ЗАПОЛНИТЬ› как собрались, где учитесь или работаете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‹ЗАПОЛНИТЬ› город,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О ПРОЕКТЕ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000">
                <a:solidFill>
                  <a:schemeClr val="tx1"/>
                </a:solidFill>
              </a:rPr>
              <a:t>Приложение для детей 7–11 лет: ребёнок получает доход, делит его между обязательным, желаемым и накоплениями, покупает в каталоге и копит на цель. Котик отражает качество решений — последствие видно сразу. Взрослый видит прогресс отдельно. Основной цикл работает офлайн, без сервера.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роль в команде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‹ЗАПОЛНИТЬ› как собрались, участвовали ли вместе раньше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Главная трудность была не технической, а методической: доказать, что ML здесь уместен. ТЗ его не требует, поэтому мы ограничили модели тем, что можно обосновать, и запретили им трогать игровую экономику отдельным решением в репозитории.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Техническая часть проверялась запуском, а не тестами: 285 тестов проходили, а в контейнере сервис падал — путь к данным вычислялся от исходников, которых в образе нет. Так нашлись четыре ошибки, которые не видны из чекаута.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Финансовую грамотность детям обычно объясняют текстом и тестами. Здесь можно показать последствия решения сразу и мягко: котик остался голодным, потому что обязательное не закрыто. Это та задача, где интерфейс учит лучше, чем объяснение.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chemeClr val="tx1"/>
                </a:solidFill>
              </a:rPr>
              <a:t>Игровой цикл целиком на устройстве: локальная база, ноль зависимости от сети (ТЗ §3.1.5).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chemeClr val="tx1"/>
                </a:solidFill>
              </a:rPr>
              <a:t>ЗАЧЕМ ЗДЕСЬ ML. ТЗ его не требует — §2.7.5 выносит ИИ и ML за обязательный минимум. Поэтому применяем только там, где §3.2 разрешает, и отвечаем на все три его условия.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chemeClr val="tx1"/>
                </a:solidFill>
              </a:rPr>
              <a:t>Задача. Три модели: какое объяснение показать в «Советнике», в каком порядке предложить задания, какие периоды показать методисту. Экономику игры не трогает ни одна — это отдельное решение в репозитории.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chemeClr val="tx1"/>
                </a:solidFill>
              </a:rPr>
              <a:t>Данные. Только синтетика. Персональные данные детей не собираются: контракты отвергают такие поля, сборка падает, API отвечает 422.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chemeClr val="tx1"/>
                </a:solidFill>
              </a:rPr>
              <a:t>Контроль. Гейты качества: не прошла — не выкладывается, и challenger должен быть не хуже действующей. Разделение выборки по игрокам. Проверка совпадения ответов после конвертации в ONNX. Мониторинг дрейфа. Граница применимости выведена из данных: точность падает с 0.83 на 4-м периоде до 0.46 на 10-м, поэтому дальше 5-го модель воздерживается и отвечает правило.</a:t>
            </a: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</a:p>
          <a:p>
            <a:r>
              <a:rPr lang="ru-RU" sz="1000" dirty="0">
                <a:solidFill>
                  <a:schemeClr val="tx1"/>
                </a:solidFill>
              </a:rPr>
              <a:t>Стек: Python, DuckDB, dbt, Iceberg, Trino, Redpanda, MLflow, FastAPI, ONNX Runtime, Docker Compose.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000" dirty="0">
                <a:solidFill>
                  <a:schemeClr val="tx1"/>
                </a:solidFill>
              </a:rPr>
              <a:t>Пилот в школах и библиотеках. Приложение работает офлайн, поэтому не требует ни сети в классе, ни регистрации ребёнка — внедряется там, где обычный сервис не поставить.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Каталог, задания и цели меняются без пересборки приложения: методист обновляет материал сам, в том числе под тематические недели.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Раздел взрослого как отдельная ценность: родитель видит не оценку ребёнка, а разговорные поводы. На этом строится подписка, не урезая бесплатную часть.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ПОЧЕМУ ЭТО СИЛЬНАЯ ЗАЯВКА. Каждое число здесь измерено и воспроизводится одной командой: 309 автотестов, 82 % покрытия, 58 проверок dbt, 14 проверок качества данных. Стек поднимается целиком и проверен живьём — склад пишется и читается, API отвечает за 0.5 мс при бюджете 50.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И главное: мы показываем не только что ML работает, но и где он перестаёт быть полезным, и что тогда происходит. Это то, что отличает обоснованное применение от демонстрации ради демонстрации.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000" dirty="0">
                <a:solidFill>
                  <a:schemeClr val="tx1"/>
                </a:solidFill>
              </a:rPr>
              <a:t>Платформа переносится на другие продукты департамента: меняется источник событий, конвейер остаётся.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t>КАК ЗАКРЫТО ТЗ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r>
              <a:rPr sz="1300"/>
              <a:t>§3.1.5 — основной цикл работает офлайн, на устройстве, без сервера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r>
              <a:rPr sz="1300"/>
              <a:t>§3.2 — у каждой модели названы задача, данные и контроль корректности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r>
              <a:rPr sz="1300"/>
              <a:t>§3.5 — персональные данные детей не собираются, это проверяет код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r>
              <a:rPr sz="1300"/>
              <a:t>§2.5.7 — срок достижения цели считается объяснимой формулой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r>
              <a:rPr sz="1300"/>
              <a:t>§3.4 — в репозитории нет паролей, токенов и ключей, проверяет CI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r>
              <a:t>9</a:t>
            </a: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r>
              <a:rPr sz="1300"/>
              <a:t>Пилот в школах и библиотеках: офлайн, без регистрации ребёнка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Раздел взрослого — разговорные поводы, а не оценка ребёнка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Обновление заданий и каталога без пересборки приложения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Проверка эффекта на когортах: сравнение объяснений по группам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Перенос платформы данных на другие продукты департамента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§5.12 — перечень сторонних библиотек и лицензий поддерживается в репозитории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r>
              <a:t>10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ДАЛЬШЕ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309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r>
              <a:t>автотестов проходят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58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r>
              <a:t>проверок dbt на витринах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0.35 мс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r>
              <a:t>медиана ответа модели на устройстве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r>
              <a:t>ЧТО ИЗМЕРЕНО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/>
              <a:t>Ребёнок 7–11 лет не связывает решение с последствием: деньги потрачены, а почему стало хуже — непонятно. Материалы по финансовой грамотности объясняют правила, но не дают их прожить.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/>
              <a:t>Игровой цикл, где последствие видно сразу и объясняется словами. Котик реагирует на качество плана, а не на сумму: «обязательное не закрыто», а не «−10 очков».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/>
              <a:t>Объяснение выбирает модель, обученная на поведении, но приложение от неё не зависит: нет модели или ответ дольше 50 мс — работает правило. Экономику игры ML не меняет.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ПРОБЛЕМА И РЕШЕНИЕ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Событие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t>Действие в приложении. Ни одного поля о человеке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Bronze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t>Только добавление, дедупликация по event_id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Silver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t>Типизированные факты, починка порядка событий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Gold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t>7 витрин на dbt, 58 проверок качества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Модель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t>Гейт качества, ONNX, проверка совпадения ответов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ПУТЬ ДАННЫХ: ОТ ДЕЙСТВИЯ РЕБЁНКА ДО ПОДСКАЗКИ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