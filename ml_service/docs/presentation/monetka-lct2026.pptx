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Центральные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Червак Алексей Петрович, бэкенд и дата-инженерия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Собрались под кейс департамента. Цель — не сдать прототип, а довести продукт до аудитории и развивать детскую финансовую грамотность.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+7 993 622-81-82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Бэкенд и дата-инженерия. Капитан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+7 993 351-01-92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Команда собралась под этот кейс. Взяли его, потому что детская финансовая грамотность — область, где интерфейс учит лучше объяснения, и это видно сразу.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Техническая часть проверялась запуском, а не тестами: тесты проходили, а в контейнере сервис падал — путь к данным считался от исходников, которых в образе нет.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последствие решения видно сразу и мягко: котик остался голодным, потому что обязательное не закрыто. Это задача, где интерфейс учит лучше объяснения.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