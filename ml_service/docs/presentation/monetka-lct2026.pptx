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‹ЗАПОЛНИТЬ› название команды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  <p:txBody>
          <a:bodyPr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r>
              <a:rPr>
                <a:solidFill>
                  <a:srgbClr val="FFFFFF"/>
                </a:solidFill>
              </a:rPr>
              <a:t>«Монетка» — Департамент финансов города Москвы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rgbClr val="520977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000">
                <a:solidFill>
                  <a:srgbClr val="1C1D22"/>
                </a:solidFill>
              </a:rPr>
              <a:t>Каждое решение объясняется словами, а не баллами. Объяснение выбирает модель, но при её отказе или ответе дольше 50 мс работает правило — приложение полноценно и без сети, и без ML. Экономику игры модели не трогают: цены и доход одинаковы для всех. Персональные данные детей не собираются — это проверяет код.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Капитан: ‹ЗАПОЛНИТЬ› ФИО, специальность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Кол-во участников: ‹ЗАПОЛНИТЬ› сколько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Краткое описание: ‹ЗАПОЛНИТЬ› как собрались, где учитесь или работаете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Город и регион: ‹ЗАПОЛНИТЬ› город, регион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rgbClr val="520977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О ПРОЕКТЕ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rgbClr val="520977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000">
                <a:solidFill>
                  <a:srgbClr val="1C1D22"/>
                </a:solidFill>
              </a:rPr>
              <a:t>Приложение для детей 7–11 лет: ребёнок получает доход, делит его между обязательным, желаемым и накоплениями, покупает в каталоге и копит на цель. Котик отражает качество решений — последствие видно сразу. Взрослый видит прогресс отдельно. Основной цикл работает офлайн, без сервера.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>
                <a:solidFill>
                  <a:srgbClr val="1C1D22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место работы/учёбы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rgbClr val="FFD6E3"/>
                </a:solidFill>
              </a:rPr>
              <a:t>‹ЗАПОЛНИТЬ› Имя Фамилия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место работы/учёбы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rgbClr val="FFD6E3"/>
                </a:solidFill>
              </a:rPr>
              <a:t>‹ЗАПОЛНИТЬ› Имя Фамилия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место работы/учёбы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rgbClr val="FFD6E3"/>
                </a:solidFill>
              </a:rPr>
              <a:t>‹ЗАПОЛНИТЬ› Имя Фамилия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место работы/учёбы</a:t>
            </a: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rgbClr val="FFD6E3"/>
                </a:solidFill>
              </a:rPr>
              <a:t>‹ЗАПОЛНИТЬ› Имя Фамилия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rgbClr val="FFFFFF"/>
                </a:solidFill>
              </a:rPr>
              <a:t>‹ЗАПОЛНИТЬ› роль в команде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rgbClr val="FFFFFF"/>
                </a:solidFill>
              </a:rPr>
              <a:t>‹ЗАПОЛНИТЬ› ник в мессенджере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rgbClr val="FFFFFF"/>
                </a:solidFill>
              </a:rPr>
              <a:t>‹ЗАПОЛНИТЬ› номер телефона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rgbClr val="FFFFFF"/>
                </a:solidFill>
              </a:rPr>
              <a:t>‹ЗАПОЛНИТЬ› место работы/учёбы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rgbClr val="FFD6E3"/>
                </a:solidFill>
              </a:rPr>
              <a:t>‹ЗАПОЛНИТЬ› Имя Фамилия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1C1D22"/>
                </a:solidFill>
              </a:rPr>
              <a:t>4</a:t>
            </a: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КАК МЫ РАБОТАЛИ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rgbClr val="1C1D22"/>
                </a:solidFill>
              </a:rPr>
              <a:t>‹ЗАПОЛНИТЬ› как собрались, участвовали ли вместе раньше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rgbClr val="1C1D22"/>
                </a:solidFill>
              </a:rPr>
              <a:t>Главная трудность была не технической, а методической: доказать, что ML здесь уместен. ТЗ его не требует, поэтому мы ограничили модели тем, что можно обосновать, и запретили им трогать игровую экономику отдельным решением в репозитории.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rgbClr val="1C1D22"/>
                </a:solidFill>
              </a:rPr>
              <a:t>Техническая часть проверялась запуском, а не тестами: 285 тестов проходили, а в контейнере сервис падал — путь к данным вычислялся от исходников, которых в образе нет. Так нашлись четыре ошибки, которые не видны из чекаута.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rgbClr val="520977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rgbClr val="1C1D22"/>
                </a:solidFill>
              </a:rPr>
              <a:t>Финансовую грамотность детям обычно объясняют текстом и тестами. Здесь можно показать последствия решения сразу и мягко: котик остался голодным, потому что обязательное не закрыто. Это та задача, где интерфейс учит лучше, чем объяснение.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rgbClr val="520977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rgbClr val="520977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000" dirty="0">
                <a:solidFill>
                  <a:srgbClr val="FFFFFF"/>
                </a:solidFill>
              </a:rPr>
              <a:t>Игровой цикл выполняется целиком на устройстве: локальная база, сеть не требуется (ТЗ §3.1.5).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Машинное обучение ТЗ не требует: §2.7.5 выносит его за обязательный минимум. Мы применяем его только там, где §3.2 это допускает, и отвечаем на все три условия пункта.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Задача. Три модели: какое объяснение показать в «Советнике», в каком порядке предложить задания, какие периоды передать методисту на проверку. Игровую экономику не изменяет ни одна — запрет зафиксирован отдельным решением в репозитории.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Данные. Только синтетическая телеметрия. Персональные данные детей не собираются: контракты событий отвергают такие поля, сборка останавливается, API возвращает 422.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Контроль корректности. Модель не выкладывается, если не прошла порог, и дополнительно должна быть не хуже действующей. Выборка делится по игрокам, а не по строкам. После конвертации в ONNX проверяется совпадение ответов с исходной моделью. Ведётся мониторинг дрейфа.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Граница применимости выведена из измерений: точность распознавания падает с 0.83 на четвёртом периоде до 0.46 на десятом, поэтому после пятого периода модель воздерживается и ответ формирует правило.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Стек: Python, DuckDB, dbt, Iceberg, Trino, Redpanda, MLflow, FastAPI, ONNX Runtime, Docker Compose.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000" dirty="0">
                <a:solidFill>
                  <a:srgbClr val="FFFFFF"/>
                </a:solidFill>
              </a:rPr>
              <a:t>Внедрение начинается с пилота в школах и библиотеках. Приложение работает офлайн, поэтому не требует ни сети в классе, ни регистрации ребёнка, и разворачивается там, где обычный сервис недоступен.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Каталог, задания и цели изменяются без пересборки приложения: методист обновляет материал самостоятельно, в том числе под тематические недели финансовой грамотности.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Раздел взрослого имеет самостоятельную ценность: родитель получает не оценку ребёнка, а темы для разговора. На этом строится подписка, базовая часть остаётся бесплатной.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Три довода в пользу решения. Первый: каждый показатель измерен и воспроизводится одной командой — 309 автотестов, 82 % покрытия, 58 проверок dbt, 14 проверок качества данных. Второй: стек разворачивается целиком и проверен в работе — хранилище пишется и читается, API отвечает за 0.5 мс при бюджете 50 мс. Третий: мы показываем не только то, что модель работает, но и границу, за которой она перестаёт быть полезной, и что происходит за этой границей.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Платформа данных переносится на другие просветительские продукты департамента: меняется источник событий, конвейер сохраняется.</a:t>
            </a:r>
            <a:br>
              <a:rPr lang="ru-RU" sz="1400" dirty="0">
                <a:solidFill>
                  <a:schemeClr val="tx1"/>
                </a:solidFill>
              </a:rPr>
            </a:b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>
                <a:solidFill>
                  <a:srgbClr val="FFFFFF"/>
                </a:solidFill>
              </a:rPr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rgbClr val="FFD6E3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rgbClr val="FFD6E3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