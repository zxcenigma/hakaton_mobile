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63" r:id="rId22"/>
    <p:sldId id="370" r:id="rId16"/>
    <p:sldId id="262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 выбора объяснения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Модель</c:v>
                </c:pt>
                <c:pt idx="1">
                  <c:v>Базовый выбор</c:v>
                </c:pt>
                <c:pt idx="2">
                  <c:v>Порог гейта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0.8415</c:v>
                </c:pt>
                <c:pt idx="1">
                  <c:v>0.3333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Каждое решение ребёнка объясняется словами, а не баллами: приложение всегда называет причину. Объяснение выбирает модель, но если она недоступна или отвечает дольше 50 мс — показывается правило, поэтому приложение полноценно работает без сети и без ML. Экономику игры модели не трогают вообще: цены и доход одинаковы для всех. Персональные данные детей не собираются — это проверяет код, а не обещает документация.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‹ЗАПОЛНИТЬ›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‹ЗАПОЛНИТЬ› как образовалась команда,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место работы/учёбы участников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‹ЗАПОЛНИТЬ›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Мобильное приложение для детей 7–11 лет: ребёнок получает доход, распределяет его между обязательным, желаемым и накоплениями, покупает в каталоге и копит на цель. Состояние виртуального котика отражает качество решений и делает последствия наглядными. Взрослый видит прогресс в отдельном разделе.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роль в команде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‹ЗАПОЛНИТЬ› как собрались, участвовали ли вместе раньше, интересные факты о команде.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100" dirty="0">
                <a:solidFill>
                  <a:schemeClr val="tx1"/>
                </a:solidFill>
              </a:rPr>
              <a:t>Приложение на Flutter, игровой цикл целиком на устройстве: локальная база, никакой зависимости от сети.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Рядом — сервис данных и ML. События приложения проходят по слоям bronze → silver → gold (dbt), обучение идёт с гейтами качества: модель не выкладывается, если не прошла порог. Модели конвертируются в ONNX и проверяются на совпадение ответов с исходной версией, после чего работают прямо на устройстве.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Стек: Python, DuckDB, dbt, Iceberg, Trino, Redpanda, MLflow, FastAPI, ONNX Runtime, Docker Compose.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Персональные данные детей не собираются: контракты событий отвергают такие поля, и сборка падает.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100" dirty="0">
                <a:solidFill>
                  <a:schemeClr val="tx1"/>
                </a:solidFill>
              </a:rPr>
              <a:t>Ближайшее — пилот в московских школах и библиотеках: приложение работает офлайн, поэтому не требует ни сети в классе, ни регистрации ребёнка.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Содержание каталога, заданий и целей меняется без пересборки приложения, поэтому методист может обновлять материал сам —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Дальше — раздел для взрослого как отдельная ценность: родитель видит не оценку ребёнка, а разговорные поводы. На этом строится подписка, не ограничивая базовую бесплатную часть.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остаётся.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t>КАК ЗАКРЫТО ТЗ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300"/>
              <a:t>§3.1.5 — основной цикл работает офлайн, на устройстве, без сервера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300"/>
              <a:t>§3.2 — у каждой модели названы задача, данные и контроль корректности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300"/>
              <a:t>§3.5 — персональные данные детей не собираются, это проверяет код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300"/>
              <a:t>§2.5.7 — срок достижения цели считается объяснимой формулой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300"/>
              <a:t>§3.4 — в репозитории нет паролей, токенов и ключей, проверяет CI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r>
              <a:t>9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sz="1300"/>
              <a:t>Пилот в школах и библиотеках: офлайн, без регистрации ребёнка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Раздел взрослого — разговорные поводы, а не оценка ребёнка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Обновление заданий и каталога без пересборки приложения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Проверка эффекта на когортах: сравнение объяснений по группам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Перенос платформы данных на другие продукты департамента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§5.12 — перечень сторонних библиотек и лицензий поддерживается в репозитории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r>
              <a:t>10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300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t>автотестов проходят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58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t>проверок dbt на витринах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0.35 мс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t>медиана ответа модели на устройстве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t>ЧТО ИЗМЕРЕНО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Ребёнок 7–11 лет не связывает решение с последствием: деньги потрачены, а почему стало хуже — непонятно. Материалы по финансовой грамотности объясняют правила, но не дают их прожить.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Игровой цикл, где последствие видно сразу и объясняется словами. Котик реагирует на качество плана, а не на сумму: «обязательное не закрыто», а не «−10 очков».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Объяснение выбирает модель, обученная на поведении, но приложение от неё не зависит: нет модели или ответ дольше 50 мс — работает правило. Экономику игры ML не меняет.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Событие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t>Действие в приложении. Ни одного поля о человеке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Bronze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t>Только добавление, дедупликация по event_id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Silver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t>Типизированные факты, починка порядка событий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Gold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t>7 витрин на dbt, 58 проверок качества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Модель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t>Гейт качества, ONNX, проверка совпадения ответов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ДАННЫХ: ОТ ДЕЙСТВИЯ РЕБЁНКА ДО ПОДСКАЗКИ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