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Каждое решение ребёнка объясняется словами, а не баллами: приложение всегда называет причину. Объяснение выбирает модель, но если она недоступна или отвечает дольше 50 мс — показывается правило, поэтому приложение полноценно работает без сети и без ML. Экономику игры модели не трогают вообще: цены и доход одинаковы для всех. Персональные данные детей не собираются — это проверяет код, а не обещает документация.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‹ЗАПОЛНИТЬ›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‹ЗАПОЛНИТЬ› как образовалась команда,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место работы/учёбы участников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‹ЗАПОЛНИТЬ›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Мобильное приложение для детей 7–11 лет: ребёнок получает доход, распределяет его между обязательным, желаемым и накоплениями, покупает в каталоге и копит на цель. Состояние виртуального котика отражает качество решений и делает последствия наглядными. Взрослый видит прогресс в отдельном разделе.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‹ЗАПОЛНИТЬ› как собрались, участвовали ли вместе раньше,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Приложение на Flutter, игровой цикл целиком на устройстве: локальная база, никакой зависимости от сети.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Рядом — сервис данных и ML. События приложения проходят по слоям bronze → silver → gold (dbt), обучение идёт с гейтами качества: модель не выкладывается, если не прошла порог. Модели конвертируются в ONNX и проверяются на совпадение ответов с исходной версией, после чего работают прямо на устройстве.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Стек: Python, DuckDB, dbt, Iceberg, Trino, Redpanda, MLflow, FastAPI, ONNX Runtime, Docker Compose.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Персональные данные детей не собираются: контракты событий отвергают такие поля, и сборка падает.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Ближайшее — пилот в московских школах и библиотеках: приложение работает офлайн, поэтому не требует ни сети в классе, ни регистрации ребёнка.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Содержание каталога, заданий и целей меняется без пересборки приложения, поэтому методист может обновлять материал сам —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Дальше — раздел для взрослого как отдельная ценность: родитель видит не оценку ребёнка, а разговорные поводы. На этом строится подписка, не ограничивая базовую бесплатную часть.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остаётся.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