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39"/>
  </p:notesMasterIdLst>
  <p:handoutMasterIdLst>
    <p:handoutMasterId r:id="rId40"/>
  </p:handoutMasterIdLst>
  <p:sldIdLst>
    <p:sldId id="365" r:id="rId8"/>
    <p:sldId id="366" r:id="rId9"/>
    <p:sldId id="362" r:id="rId10"/>
    <p:sldId id="364" r:id="rId11"/>
    <p:sldId id="375" r:id="rId12"/>
  </p:sldIdLst>
  <p:sldSz cx="12192000" cy="6858000"/>
  <p:notesSz cx="6858000" cy="9144000"/>
  <p:defaultTextStyle>
    <a:defPPr>
      <a:defRPr lang="ru-RU"/>
    </a:defPPr>
    <a:lvl1pPr marL="0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110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220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329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439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5549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2658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199765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6877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Информация" id="{9FA27940-A45B-471D-96EC-3FCE80AE8A9B}">
          <p14:sldIdLst>
            <p14:sldId id="333"/>
            <p14:sldId id="326"/>
            <p14:sldId id="327"/>
            <p14:sldId id="367"/>
            <p14:sldId id="325"/>
            <p14:sldId id="355"/>
          </p14:sldIdLst>
        </p14:section>
        <p14:section name="Обязательные слайды" id="{248E5CD8-1028-4246-90C7-3263F7F286D3}">
          <p14:sldIdLst>
            <p14:sldId id="365"/>
            <p14:sldId id="366"/>
            <p14:sldId id="362"/>
            <p14:sldId id="364"/>
            <p14:sldId id="375"/>
          </p14:sldIdLst>
        </p14:section>
        <p14:section name="Шаблоны слайдов" id="{24401F80-F81B-49C3-8D55-70A14F0BF8FF}">
          <p14:sldIdLst>
            <p14:sldId id="369"/>
            <p14:sldId id="372"/>
            <p14:sldId id="373"/>
            <p14:sldId id="370"/>
            <p14:sldId id="371"/>
            <p14:sldId id="374"/>
            <p14:sldId id="260"/>
            <p14:sldId id="261"/>
            <p14:sldId id="262"/>
            <p14:sldId id="263"/>
            <p14:sldId id="266"/>
            <p14:sldId id="264"/>
            <p14:sldId id="268"/>
            <p14:sldId id="267"/>
            <p14:sldId id="269"/>
            <p14:sldId id="270"/>
            <p14:sldId id="271"/>
            <p14:sldId id="272"/>
          </p14:sldIdLst>
        </p14:section>
        <p14:section name="Материалы" id="{0F84D0DE-CEB1-417E-B269-8B3EB04B5FA6}">
          <p14:sldIdLst>
            <p14:sldId id="338"/>
            <p14:sldId id="368"/>
            <p14:sldId id="341"/>
            <p14:sldId id="342"/>
            <p14:sldId id="343"/>
            <p14:sldId id="344"/>
            <p14:sldId id="346"/>
            <p14:sldId id="357"/>
          </p14:sldIdLst>
        </p14:section>
      </p14:sectionLst>
    </p:ext>
    <p:ext uri="{EFAFB233-063F-42B5-8137-9DF3F51BA10A}">
      <p15:sldGuideLst xmlns:p15="http://schemas.microsoft.com/office/powerpoint/2012/main">
        <p15:guide id="2" pos="597" userDrawn="1">
          <p15:clr>
            <a:srgbClr val="A4A3A4"/>
          </p15:clr>
        </p15:guide>
        <p15:guide id="3" pos="3591" userDrawn="1">
          <p15:clr>
            <a:srgbClr val="A4A3A4"/>
          </p15:clr>
        </p15:guide>
        <p15:guide id="4" pos="5496" userDrawn="1">
          <p15:clr>
            <a:srgbClr val="A4A3A4"/>
          </p15:clr>
        </p15:guide>
        <p15:guide id="5" pos="4112" userDrawn="1">
          <p15:clr>
            <a:srgbClr val="A4A3A4"/>
          </p15:clr>
        </p15:guide>
        <p15:guide id="6" pos="393" userDrawn="1">
          <p15:clr>
            <a:srgbClr val="A4A3A4"/>
          </p15:clr>
        </p15:guide>
        <p15:guide id="7" orient="horz" pos="216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CCEE4"/>
    <a:srgbClr val="FFD6E3"/>
    <a:srgbClr val="FFFFFF"/>
    <a:srgbClr val="753A93"/>
    <a:srgbClr val="976BAE"/>
    <a:srgbClr val="F92571"/>
    <a:srgbClr val="8226E3"/>
    <a:srgbClr val="2D1451"/>
    <a:srgbClr val="222A35"/>
    <a:srgbClr val="55D4E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583" autoAdjust="0"/>
    <p:restoredTop sz="95839"/>
  </p:normalViewPr>
  <p:slideViewPr>
    <p:cSldViewPr snapToGrid="0" showGuides="1">
      <p:cViewPr varScale="1">
        <p:scale>
          <a:sx n="112" d="100"/>
          <a:sy n="112" d="100"/>
        </p:scale>
        <p:origin x="200" y="360"/>
      </p:cViewPr>
      <p:guideLst>
        <p:guide pos="597"/>
        <p:guide pos="3591"/>
        <p:guide pos="5496"/>
        <p:guide pos="4112"/>
        <p:guide pos="393"/>
        <p:guide orient="horz" pos="216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notesViewPr>
    <p:cSldViewPr snapToGrid="0">
      <p:cViewPr varScale="1">
        <p:scale>
          <a:sx n="86" d="100"/>
          <a:sy n="86" d="100"/>
        </p:scale>
        <p:origin x="3928" y="208"/>
      </p:cViewPr>
      <p:guideLst/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39" Type="http://schemas.openxmlformats.org/officeDocument/2006/relationships/notesMaster" Target="notesMasters/notesMaster1.xml"/><Relationship Id="rId40" Type="http://schemas.openxmlformats.org/officeDocument/2006/relationships/handoutMaster" Target="handoutMasters/handoutMaster1.xml"/><Relationship Id="rId41" Type="http://schemas.openxmlformats.org/officeDocument/2006/relationships/presProps" Target="presProps.xml"/><Relationship Id="rId42" Type="http://schemas.openxmlformats.org/officeDocument/2006/relationships/viewProps" Target="viewProps.xml"/><Relationship Id="rId43" Type="http://schemas.openxmlformats.org/officeDocument/2006/relationships/theme" Target="theme/theme1.xml"/><Relationship Id="rId44" Type="http://schemas.openxmlformats.org/officeDocument/2006/relationships/tableStyles" Target="tableStyles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>
            <a:extLst>
              <a:ext uri="{FF2B5EF4-FFF2-40B4-BE49-F238E27FC236}">
                <a16:creationId xmlns:a16="http://schemas.microsoft.com/office/drawing/2014/main" id="{1C361405-0046-9D03-26A4-D7ED10EA70C2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>
            <a:extLst>
              <a:ext uri="{FF2B5EF4-FFF2-40B4-BE49-F238E27FC236}">
                <a16:creationId xmlns:a16="http://schemas.microsoft.com/office/drawing/2014/main" id="{556CD2AD-A19E-4074-721F-6DBCBE680A42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2E30D66-5BAA-C245-AD36-181B8EC875DB}" type="datetimeFigureOut">
              <a:rPr lang="ru-RU" smtClean="0"/>
              <a:t>14.09.2026</a:t>
            </a:fld>
            <a:endParaRPr lang="ru-RU"/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41947EE2-63DA-C2A1-5495-30E370423A53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3752603B-A0BC-AAAA-B5D6-B44F54E18AB9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CD7201F-1F39-2140-9B4A-3BC1B61B40B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136628663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DA401BA-3150-4FF7-8D13-C8A64268AC63}" type="datetimeFigureOut">
              <a:rPr lang="ru-RU" smtClean="0"/>
              <a:t>14.09.2026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D5F3B14-7AC8-406F-A299-37D374056E4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49644531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4CF317-460F-D66A-6ACF-27061C9DF4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2D066F97-A6A0-B747-71F9-577306DB29D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80F9F05F-4377-CED9-7FF7-AADFCC58E49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618DC8F5-67F2-F257-7833-1FEA7A6F232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D5F3B14-7AC8-406F-A299-37D374056E4F}" type="slidenum">
              <a:rPr lang="ru-RU" smtClean="0"/>
              <a:t>9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64532721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E69046-74A9-6BC0-030F-AF9856808D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E235548D-D889-0AAA-F16C-FBBD8FABB95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62BED857-8CFB-C4D0-8AA7-4E459CD5CA0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C80FF5E7-0C77-0F13-CEBC-1525084DF81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D5F3B14-7AC8-406F-A299-37D374056E4F}" type="slidenum">
              <a:rPr lang="ru-RU" smtClean="0"/>
              <a:t>10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52856824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Титульный слайд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Рисунок 10">
            <a:extLst>
              <a:ext uri="{FF2B5EF4-FFF2-40B4-BE49-F238E27FC236}">
                <a16:creationId xmlns:a16="http://schemas.microsoft.com/office/drawing/2014/main" id="{DB9898DE-D265-4051-B751-CA3C0058CECA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6792000" y="395288"/>
            <a:ext cx="5400000" cy="5400000"/>
          </a:xfrm>
        </p:spPr>
        <p:txBody>
          <a:bodyPr anchor="ctr" anchorCtr="0"/>
          <a:lstStyle>
            <a:lvl1pPr>
              <a:defRPr/>
            </a:lvl1pPr>
          </a:lstStyle>
          <a:p>
            <a:r>
              <a:rPr lang="ru-RU" dirty="0"/>
              <a:t>Иконка задачи</a:t>
            </a: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DEF1F2D-30AB-40F9-9975-F952E50B7FCA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0" y="4323440"/>
            <a:ext cx="8930641" cy="827011"/>
          </a:xfrm>
          <a:noFill/>
        </p:spPr>
        <p:txBody>
          <a:bodyPr anchor="ctr" anchorCtr="0"/>
          <a:lstStyle>
            <a:lvl1pPr marL="0" indent="712788" algn="l">
              <a:defRPr sz="28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r>
              <a:rPr lang="ru-RU" dirty="0"/>
              <a:t>НАЗВАНИЕ КОМАНДЫ</a:t>
            </a:r>
          </a:p>
        </p:txBody>
      </p:sp>
      <p:sp>
        <p:nvSpPr>
          <p:cNvPr id="42" name="Рисунок 41">
            <a:extLst>
              <a:ext uri="{FF2B5EF4-FFF2-40B4-BE49-F238E27FC236}">
                <a16:creationId xmlns:a16="http://schemas.microsoft.com/office/drawing/2014/main" id="{37DC0E9B-2679-408D-851C-F21F4ACC673A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802640" y="2911980"/>
            <a:ext cx="3386773" cy="1082589"/>
          </a:xfrm>
        </p:spPr>
        <p:txBody>
          <a:bodyPr anchor="ctr" anchorCtr="0"/>
          <a:lstStyle>
            <a:lvl1pPr>
              <a:defRPr/>
            </a:lvl1pPr>
          </a:lstStyle>
          <a:p>
            <a:r>
              <a:rPr lang="ru-RU" dirty="0"/>
              <a:t>Логотип/логотипы постановщика задачи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93F843A1-4640-4AAD-9DA4-206FA9FF2A48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0" y="5149851"/>
            <a:ext cx="8930641" cy="757174"/>
          </a:xfrm>
          <a:noFill/>
        </p:spPr>
        <p:txBody>
          <a:bodyPr>
            <a:normAutofit/>
          </a:bodyPr>
          <a:lstStyle>
            <a:lvl1pPr marL="0" indent="712788">
              <a:buNone/>
              <a:defRPr sz="1800"/>
            </a:lvl1pPr>
          </a:lstStyle>
          <a:p>
            <a:r>
              <a:rPr lang="ru-RU" sz="1600" b="0" dirty="0"/>
              <a:t>Номер и название задачи</a:t>
            </a:r>
          </a:p>
        </p:txBody>
      </p:sp>
    </p:spTree>
    <p:extLst>
      <p:ext uri="{BB962C8B-B14F-4D97-AF65-F5344CB8AC3E}">
        <p14:creationId xmlns:p14="http://schemas.microsoft.com/office/powerpoint/2010/main" val="234976942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Описание команды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Рисунок 10">
            <a:extLst>
              <a:ext uri="{FF2B5EF4-FFF2-40B4-BE49-F238E27FC236}">
                <a16:creationId xmlns:a16="http://schemas.microsoft.com/office/drawing/2014/main" id="{DB9898DE-D265-4051-B751-CA3C0058CECA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6894095" y="1044081"/>
            <a:ext cx="4962943" cy="2221824"/>
          </a:xfrm>
        </p:spPr>
        <p:txBody>
          <a:bodyPr anchor="ctr" anchorCtr="0"/>
          <a:lstStyle>
            <a:lvl1pPr>
              <a:defRPr/>
            </a:lvl1pPr>
          </a:lstStyle>
          <a:p>
            <a:r>
              <a:rPr lang="ru-RU" dirty="0"/>
              <a:t>Фото команды</a:t>
            </a: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1CA6654-BEE5-24C9-BC9D-BB6D2E0BEFA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46075" y="395288"/>
            <a:ext cx="11244772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>
              <a:defRPr/>
            </a:lvl1pPr>
          </a:lstStyle>
          <a:p>
            <a:r>
              <a:rPr lang="ru-RU" dirty="0"/>
              <a:t>КОМАНДА «НАЗВАНИЕ»</a:t>
            </a:r>
          </a:p>
        </p:txBody>
      </p:sp>
    </p:spTree>
    <p:extLst>
      <p:ext uri="{BB962C8B-B14F-4D97-AF65-F5344CB8AC3E}">
        <p14:creationId xmlns:p14="http://schemas.microsoft.com/office/powerpoint/2010/main" val="166295058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Команд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67EB9651-F031-4963-AFE9-33BCC0E88757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45" name="Заголовок 1">
            <a:extLst>
              <a:ext uri="{FF2B5EF4-FFF2-40B4-BE49-F238E27FC236}">
                <a16:creationId xmlns:a16="http://schemas.microsoft.com/office/drawing/2014/main" id="{DD9DB7EE-83C4-47FA-86C2-BDA70A05315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46075" y="395288"/>
            <a:ext cx="11244772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>
              <a:defRPr/>
            </a:lvl1pPr>
          </a:lstStyle>
          <a:p>
            <a:r>
              <a:rPr lang="ru-RU" dirty="0"/>
              <a:t>КОМАНДА «НАЗВАНИЕ»</a:t>
            </a:r>
          </a:p>
        </p:txBody>
      </p:sp>
      <p:sp>
        <p:nvSpPr>
          <p:cNvPr id="47" name="Текст 35">
            <a:extLst>
              <a:ext uri="{FF2B5EF4-FFF2-40B4-BE49-F238E27FC236}">
                <a16:creationId xmlns:a16="http://schemas.microsoft.com/office/drawing/2014/main" id="{FACA3955-006D-424E-AF29-FC0EE3BE8601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806323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 pitchFamily="2" charset="2"/>
              <a:buChar char="§"/>
              <a:defRPr sz="1400"/>
            </a:lvl1pPr>
          </a:lstStyle>
          <a:p>
            <a:pPr lvl="0"/>
            <a:r>
              <a:rPr lang="ru-RU" dirty="0"/>
              <a:t>Роль в команде</a:t>
            </a:r>
          </a:p>
          <a:p>
            <a:pPr lvl="0"/>
            <a:r>
              <a:rPr lang="en-US" dirty="0"/>
              <a:t>Telegram</a:t>
            </a:r>
          </a:p>
          <a:p>
            <a:pPr lvl="0"/>
            <a:r>
              <a:rPr lang="ru-RU" dirty="0"/>
              <a:t>Номер</a:t>
            </a:r>
          </a:p>
        </p:txBody>
      </p:sp>
      <p:sp>
        <p:nvSpPr>
          <p:cNvPr id="49" name="Текст 35">
            <a:extLst>
              <a:ext uri="{FF2B5EF4-FFF2-40B4-BE49-F238E27FC236}">
                <a16:creationId xmlns:a16="http://schemas.microsoft.com/office/drawing/2014/main" id="{D134429E-1F41-4952-92F7-E1A3625ABBD9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3014568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 pitchFamily="2" charset="2"/>
              <a:buChar char="§"/>
              <a:defRPr sz="1400"/>
            </a:lvl1pPr>
          </a:lstStyle>
          <a:p>
            <a:pPr lvl="0"/>
            <a:r>
              <a:rPr lang="ru-RU" dirty="0"/>
              <a:t>Роль в команде</a:t>
            </a:r>
          </a:p>
          <a:p>
            <a:pPr lvl="0"/>
            <a:r>
              <a:rPr lang="en-US" dirty="0"/>
              <a:t>Telegram</a:t>
            </a:r>
          </a:p>
          <a:p>
            <a:pPr lvl="0"/>
            <a:r>
              <a:rPr lang="ru-RU" dirty="0"/>
              <a:t>Номер</a:t>
            </a:r>
          </a:p>
        </p:txBody>
      </p:sp>
      <p:sp>
        <p:nvSpPr>
          <p:cNvPr id="51" name="Текст 35">
            <a:extLst>
              <a:ext uri="{FF2B5EF4-FFF2-40B4-BE49-F238E27FC236}">
                <a16:creationId xmlns:a16="http://schemas.microsoft.com/office/drawing/2014/main" id="{62B71317-1166-483E-8736-3204197AE648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5191192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 pitchFamily="2" charset="2"/>
              <a:buChar char="§"/>
              <a:defRPr sz="1400"/>
            </a:lvl1pPr>
          </a:lstStyle>
          <a:p>
            <a:pPr lvl="0"/>
            <a:r>
              <a:rPr lang="ru-RU" dirty="0"/>
              <a:t>Роль в команде</a:t>
            </a:r>
          </a:p>
          <a:p>
            <a:pPr lvl="0"/>
            <a:r>
              <a:rPr lang="en-US" dirty="0"/>
              <a:t>Telegram</a:t>
            </a:r>
          </a:p>
          <a:p>
            <a:pPr lvl="0"/>
            <a:r>
              <a:rPr lang="ru-RU" dirty="0"/>
              <a:t>Номер</a:t>
            </a:r>
          </a:p>
        </p:txBody>
      </p:sp>
      <p:sp>
        <p:nvSpPr>
          <p:cNvPr id="53" name="Текст 35">
            <a:extLst>
              <a:ext uri="{FF2B5EF4-FFF2-40B4-BE49-F238E27FC236}">
                <a16:creationId xmlns:a16="http://schemas.microsoft.com/office/drawing/2014/main" id="{FE441C73-4DA4-470D-B9C8-52D6075710B5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7366644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 pitchFamily="2" charset="2"/>
              <a:buChar char="§"/>
              <a:defRPr sz="1400"/>
            </a:lvl1pPr>
          </a:lstStyle>
          <a:p>
            <a:pPr lvl="0"/>
            <a:r>
              <a:rPr lang="ru-RU" dirty="0"/>
              <a:t>Роль в команде</a:t>
            </a:r>
          </a:p>
          <a:p>
            <a:pPr lvl="0"/>
            <a:r>
              <a:rPr lang="en-US" dirty="0"/>
              <a:t>Telegram</a:t>
            </a:r>
          </a:p>
          <a:p>
            <a:pPr lvl="0"/>
            <a:r>
              <a:rPr lang="ru-RU" dirty="0"/>
              <a:t>Номер</a:t>
            </a:r>
          </a:p>
        </p:txBody>
      </p:sp>
      <p:sp>
        <p:nvSpPr>
          <p:cNvPr id="55" name="Текст 35">
            <a:extLst>
              <a:ext uri="{FF2B5EF4-FFF2-40B4-BE49-F238E27FC236}">
                <a16:creationId xmlns:a16="http://schemas.microsoft.com/office/drawing/2014/main" id="{8792BADF-06A6-41F5-BB39-A425B78E145D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9542096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 pitchFamily="2" charset="2"/>
              <a:buChar char="§"/>
              <a:defRPr sz="1400"/>
            </a:lvl1pPr>
          </a:lstStyle>
          <a:p>
            <a:pPr lvl="0"/>
            <a:r>
              <a:rPr lang="ru-RU" dirty="0"/>
              <a:t>Роль в команде</a:t>
            </a:r>
          </a:p>
          <a:p>
            <a:pPr lvl="0"/>
            <a:r>
              <a:rPr lang="en-US" dirty="0"/>
              <a:t>Telegram</a:t>
            </a:r>
          </a:p>
          <a:p>
            <a:pPr lvl="0"/>
            <a:r>
              <a:rPr lang="ru-RU" dirty="0"/>
              <a:t>Номер</a:t>
            </a:r>
          </a:p>
        </p:txBody>
      </p:sp>
    </p:spTree>
    <p:extLst>
      <p:ext uri="{BB962C8B-B14F-4D97-AF65-F5344CB8AC3E}">
        <p14:creationId xmlns:p14="http://schemas.microsoft.com/office/powerpoint/2010/main" val="218743508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Пустой с заголовко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Дата 3">
            <a:extLst>
              <a:ext uri="{FF2B5EF4-FFF2-40B4-BE49-F238E27FC236}">
                <a16:creationId xmlns:a16="http://schemas.microsoft.com/office/drawing/2014/main" id="{1BE2B7EA-895D-4C57-B021-3ADF48C5983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1021F813-DBA1-42EC-A748-A9CC16659E6B}" type="datetime1">
              <a:rPr lang="ru-RU" smtClean="0"/>
              <a:t>14.09.2026</a:t>
            </a:fld>
            <a:endParaRPr lang="ru-RU"/>
          </a:p>
        </p:txBody>
      </p:sp>
      <p:sp>
        <p:nvSpPr>
          <p:cNvPr id="10" name="Нижний колонтитул 4">
            <a:extLst>
              <a:ext uri="{FF2B5EF4-FFF2-40B4-BE49-F238E27FC236}">
                <a16:creationId xmlns:a16="http://schemas.microsoft.com/office/drawing/2014/main" id="{8A502BD2-9512-4029-B654-E898F0583F0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11" name="Номер слайда 5">
            <a:extLst>
              <a:ext uri="{FF2B5EF4-FFF2-40B4-BE49-F238E27FC236}">
                <a16:creationId xmlns:a16="http://schemas.microsoft.com/office/drawing/2014/main" id="{E6724899-9B39-4945-8292-0304D1DFF6A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06643281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Текст 2">
            <a:extLst>
              <a:ext uri="{FF2B5EF4-FFF2-40B4-BE49-F238E27FC236}">
                <a16:creationId xmlns:a16="http://schemas.microsoft.com/office/drawing/2014/main" id="{35915C91-9468-44E0-9A6A-47C151E1C59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15392" y="1016177"/>
            <a:ext cx="11561229" cy="516079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>
              <a:defRPr>
                <a:solidFill>
                  <a:schemeClr val="bg1">
                    <a:lumMod val="95000"/>
                  </a:schemeClr>
                </a:solidFill>
              </a:defRPr>
            </a:lvl1pPr>
            <a:lvl2pPr>
              <a:defRPr>
                <a:solidFill>
                  <a:schemeClr val="bg1">
                    <a:lumMod val="95000"/>
                  </a:schemeClr>
                </a:solidFill>
              </a:defRPr>
            </a:lvl2pPr>
            <a:lvl3pPr>
              <a:defRPr>
                <a:solidFill>
                  <a:schemeClr val="bg1">
                    <a:lumMod val="95000"/>
                  </a:schemeClr>
                </a:solidFill>
              </a:defRPr>
            </a:lvl3pPr>
            <a:lvl4pPr>
              <a:defRPr>
                <a:solidFill>
                  <a:schemeClr val="bg1">
                    <a:lumMod val="95000"/>
                  </a:schemeClr>
                </a:solidFill>
              </a:defRPr>
            </a:lvl4pPr>
            <a:lvl5pPr>
              <a:defRPr>
                <a:solidFill>
                  <a:schemeClr val="bg1">
                    <a:lumMod val="95000"/>
                  </a:schemeClr>
                </a:solidFill>
              </a:defRPr>
            </a:lvl5pPr>
          </a:lstStyle>
          <a:p>
            <a:pPr lvl="0"/>
            <a:r>
              <a:rPr lang="ru-RU" dirty="0"/>
              <a:t>Образец текста</a:t>
            </a:r>
          </a:p>
          <a:p>
            <a:pPr lvl="1"/>
            <a:r>
              <a:rPr lang="ru-RU" dirty="0"/>
              <a:t>Второй уровень</a:t>
            </a:r>
          </a:p>
          <a:p>
            <a:pPr lvl="2"/>
            <a:r>
              <a:rPr lang="ru-RU" dirty="0"/>
              <a:t>Третий уровень</a:t>
            </a:r>
          </a:p>
          <a:p>
            <a:pPr lvl="3"/>
            <a:r>
              <a:rPr lang="ru-RU" dirty="0"/>
              <a:t>Четвертый уровень</a:t>
            </a:r>
          </a:p>
          <a:p>
            <a:pPr lvl="4"/>
            <a:r>
              <a:rPr lang="ru-RU" dirty="0"/>
              <a:t>Пятый уровень</a:t>
            </a:r>
          </a:p>
        </p:txBody>
      </p:sp>
      <p:sp>
        <p:nvSpPr>
          <p:cNvPr id="21" name="Дата 3">
            <a:extLst>
              <a:ext uri="{FF2B5EF4-FFF2-40B4-BE49-F238E27FC236}">
                <a16:creationId xmlns:a16="http://schemas.microsoft.com/office/drawing/2014/main" id="{6043336A-E468-4FC7-B11B-D72F244391A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7DE2642A-6018-4CC1-81AB-5FD8D2782D4F}" type="datetime1">
              <a:rPr lang="ru-RU" smtClean="0"/>
              <a:t>14.09.2026</a:t>
            </a:fld>
            <a:endParaRPr lang="ru-RU"/>
          </a:p>
        </p:txBody>
      </p:sp>
      <p:sp>
        <p:nvSpPr>
          <p:cNvPr id="22" name="Нижний колонтитул 4">
            <a:extLst>
              <a:ext uri="{FF2B5EF4-FFF2-40B4-BE49-F238E27FC236}">
                <a16:creationId xmlns:a16="http://schemas.microsoft.com/office/drawing/2014/main" id="{49E78A2F-D265-4D7D-BF63-75BF9ACF92A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23" name="Номер слайда 5">
            <a:extLst>
              <a:ext uri="{FF2B5EF4-FFF2-40B4-BE49-F238E27FC236}">
                <a16:creationId xmlns:a16="http://schemas.microsoft.com/office/drawing/2014/main" id="{25A0EB89-1F02-40E6-9D89-EAA34874BF0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24" name="Заголовок 1">
            <a:extLst>
              <a:ext uri="{FF2B5EF4-FFF2-40B4-BE49-F238E27FC236}">
                <a16:creationId xmlns:a16="http://schemas.microsoft.com/office/drawing/2014/main" id="{D3BCB09B-B5ED-4308-BCBC-7DB6BF7E0D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>
              <a:defRPr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324688990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Объект 2">
            <a:extLst>
              <a:ext uri="{FF2B5EF4-FFF2-40B4-BE49-F238E27FC236}">
                <a16:creationId xmlns:a16="http://schemas.microsoft.com/office/drawing/2014/main" id="{DE4079CB-26E5-4E7E-8375-84F47484485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315387" y="1016001"/>
            <a:ext cx="5704418" cy="5184774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C0B9B70F-56BE-4BFF-9AF1-3E24439A89A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6" y="1016001"/>
            <a:ext cx="5670473" cy="5184774"/>
          </a:xfrm>
        </p:spPr>
        <p:txBody>
          <a:bodyPr/>
          <a:lstStyle/>
          <a:p>
            <a:pPr lvl="0"/>
            <a:r>
              <a:rPr lang="ru-RU" dirty="0"/>
              <a:t>Образец текста</a:t>
            </a:r>
          </a:p>
          <a:p>
            <a:pPr lvl="1"/>
            <a:r>
              <a:rPr lang="ru-RU" dirty="0"/>
              <a:t>Второй уровень</a:t>
            </a:r>
          </a:p>
          <a:p>
            <a:pPr lvl="2"/>
            <a:r>
              <a:rPr lang="ru-RU" dirty="0"/>
              <a:t>Третий уровень</a:t>
            </a:r>
          </a:p>
          <a:p>
            <a:pPr lvl="3"/>
            <a:r>
              <a:rPr lang="ru-RU" dirty="0"/>
              <a:t>Четвертый уровень</a:t>
            </a:r>
          </a:p>
          <a:p>
            <a:pPr lvl="4"/>
            <a:r>
              <a:rPr lang="ru-RU" dirty="0"/>
              <a:t>Пятый уровень</a:t>
            </a:r>
          </a:p>
        </p:txBody>
      </p:sp>
      <p:sp>
        <p:nvSpPr>
          <p:cNvPr id="14" name="Дата 3">
            <a:extLst>
              <a:ext uri="{FF2B5EF4-FFF2-40B4-BE49-F238E27FC236}">
                <a16:creationId xmlns:a16="http://schemas.microsoft.com/office/drawing/2014/main" id="{A4424B46-3BA8-41B1-9808-8558C0F0E6E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43014BBE-C503-4380-A869-5EE8294FE947}" type="datetime1">
              <a:rPr lang="ru-RU" smtClean="0"/>
              <a:t>14.09.2026</a:t>
            </a:fld>
            <a:endParaRPr lang="ru-RU"/>
          </a:p>
        </p:txBody>
      </p:sp>
      <p:sp>
        <p:nvSpPr>
          <p:cNvPr id="15" name="Нижний колонтитул 4">
            <a:extLst>
              <a:ext uri="{FF2B5EF4-FFF2-40B4-BE49-F238E27FC236}">
                <a16:creationId xmlns:a16="http://schemas.microsoft.com/office/drawing/2014/main" id="{4D73747B-1894-47A4-9E8B-797D1562EA7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16" name="Номер слайда 5">
            <a:extLst>
              <a:ext uri="{FF2B5EF4-FFF2-40B4-BE49-F238E27FC236}">
                <a16:creationId xmlns:a16="http://schemas.microsoft.com/office/drawing/2014/main" id="{0C3B5973-5E99-43F7-82C6-8E450D7A985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7" name="Заголовок 1">
            <a:extLst>
              <a:ext uri="{FF2B5EF4-FFF2-40B4-BE49-F238E27FC236}">
                <a16:creationId xmlns:a16="http://schemas.microsoft.com/office/drawing/2014/main" id="{96698D82-4C1C-4876-84CF-285AAC9104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21586937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Текст 2">
            <a:extLst>
              <a:ext uri="{FF2B5EF4-FFF2-40B4-BE49-F238E27FC236}">
                <a16:creationId xmlns:a16="http://schemas.microsoft.com/office/drawing/2014/main" id="{D286EEAA-87D1-47A5-B9C0-E5BAD703F03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15386" y="1015427"/>
            <a:ext cx="5682193" cy="365125"/>
          </a:xfrm>
        </p:spPr>
        <p:txBody>
          <a:bodyPr anchor="b">
            <a:normAutofit/>
          </a:bodyPr>
          <a:lstStyle>
            <a:lvl1pPr marL="0" indent="0">
              <a:buNone/>
              <a:defRPr sz="1400" b="1"/>
            </a:lvl1pPr>
            <a:lvl2pPr marL="289378" indent="0">
              <a:buNone/>
              <a:defRPr sz="1266" b="1"/>
            </a:lvl2pPr>
            <a:lvl3pPr marL="578755" indent="0">
              <a:buNone/>
              <a:defRPr sz="1141" b="1"/>
            </a:lvl3pPr>
            <a:lvl4pPr marL="868132" indent="0">
              <a:buNone/>
              <a:defRPr sz="1013" b="1"/>
            </a:lvl4pPr>
            <a:lvl5pPr marL="1157510" indent="0">
              <a:buNone/>
              <a:defRPr sz="1013" b="1"/>
            </a:lvl5pPr>
            <a:lvl6pPr marL="1446887" indent="0">
              <a:buNone/>
              <a:defRPr sz="1013" b="1"/>
            </a:lvl6pPr>
            <a:lvl7pPr marL="1736266" indent="0">
              <a:buNone/>
              <a:defRPr sz="1013" b="1"/>
            </a:lvl7pPr>
            <a:lvl8pPr marL="2025644" indent="0">
              <a:buNone/>
              <a:defRPr sz="1013" b="1"/>
            </a:lvl8pPr>
            <a:lvl9pPr marL="2315021" indent="0">
              <a:buNone/>
              <a:defRPr sz="1013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4A2D29F1-B583-4C98-B07B-171DC3552B4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349334" y="1598615"/>
            <a:ext cx="5648250" cy="460216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ru-RU" dirty="0"/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DE6D3064-465D-4982-AF9F-41FF98FCBF9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5" y="1015427"/>
            <a:ext cx="5684841" cy="365125"/>
          </a:xfrm>
        </p:spPr>
        <p:txBody>
          <a:bodyPr anchor="b">
            <a:normAutofit/>
          </a:bodyPr>
          <a:lstStyle>
            <a:lvl1pPr marL="0" indent="0">
              <a:buNone/>
              <a:defRPr sz="1400" b="1"/>
            </a:lvl1pPr>
            <a:lvl2pPr marL="289378" indent="0">
              <a:buNone/>
              <a:defRPr sz="1266" b="1"/>
            </a:lvl2pPr>
            <a:lvl3pPr marL="578755" indent="0">
              <a:buNone/>
              <a:defRPr sz="1141" b="1"/>
            </a:lvl3pPr>
            <a:lvl4pPr marL="868132" indent="0">
              <a:buNone/>
              <a:defRPr sz="1013" b="1"/>
            </a:lvl4pPr>
            <a:lvl5pPr marL="1157510" indent="0">
              <a:buNone/>
              <a:defRPr sz="1013" b="1"/>
            </a:lvl5pPr>
            <a:lvl6pPr marL="1446887" indent="0">
              <a:buNone/>
              <a:defRPr sz="1013" b="1"/>
            </a:lvl6pPr>
            <a:lvl7pPr marL="1736266" indent="0">
              <a:buNone/>
              <a:defRPr sz="1013" b="1"/>
            </a:lvl7pPr>
            <a:lvl8pPr marL="2025644" indent="0">
              <a:buNone/>
              <a:defRPr sz="1013" b="1"/>
            </a:lvl8pPr>
            <a:lvl9pPr marL="2315021" indent="0">
              <a:buNone/>
              <a:defRPr sz="1013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Объект 5">
            <a:extLst>
              <a:ext uri="{FF2B5EF4-FFF2-40B4-BE49-F238E27FC236}">
                <a16:creationId xmlns:a16="http://schemas.microsoft.com/office/drawing/2014/main" id="{960E92CA-C4D7-4946-B437-9FCD4AA3134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2" y="1598615"/>
            <a:ext cx="5670473" cy="460216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12" name="Дата 3">
            <a:extLst>
              <a:ext uri="{FF2B5EF4-FFF2-40B4-BE49-F238E27FC236}">
                <a16:creationId xmlns:a16="http://schemas.microsoft.com/office/drawing/2014/main" id="{50BC46DB-57AA-4551-8F67-742F842E120D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0D568497-304A-497F-ADAE-97D3CF462C1C}" type="datetime1">
              <a:rPr lang="ru-RU" smtClean="0"/>
              <a:t>14.09.2026</a:t>
            </a:fld>
            <a:endParaRPr lang="ru-RU"/>
          </a:p>
        </p:txBody>
      </p:sp>
      <p:sp>
        <p:nvSpPr>
          <p:cNvPr id="13" name="Нижний колонтитул 4">
            <a:extLst>
              <a:ext uri="{FF2B5EF4-FFF2-40B4-BE49-F238E27FC236}">
                <a16:creationId xmlns:a16="http://schemas.microsoft.com/office/drawing/2014/main" id="{F2048DE5-D653-4BDE-8495-A22EF4A50A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14" name="Номер слайда 5">
            <a:extLst>
              <a:ext uri="{FF2B5EF4-FFF2-40B4-BE49-F238E27FC236}">
                <a16:creationId xmlns:a16="http://schemas.microsoft.com/office/drawing/2014/main" id="{E0E8C4D1-B7B4-4A6B-87A1-354341CD6A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5" name="Заголовок 1">
            <a:extLst>
              <a:ext uri="{FF2B5EF4-FFF2-40B4-BE49-F238E27FC236}">
                <a16:creationId xmlns:a16="http://schemas.microsoft.com/office/drawing/2014/main" id="{B533CD5F-4B3E-426C-9977-6EFBE36EEA5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9334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144947142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92CB240C-04A3-49D4-83F9-87A9C6C414DC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85513828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8799615-B88F-452A-A6CA-6793B831650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6" y="1015999"/>
            <a:ext cx="4437062" cy="1213417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5B30D2CC-2D7F-43FF-B9B4-355F7E46430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94" y="1015999"/>
            <a:ext cx="6673847" cy="5049521"/>
          </a:xfrm>
        </p:spPr>
        <p:txBody>
          <a:bodyPr>
            <a:normAutofit/>
          </a:bodyPr>
          <a:lstStyle>
            <a:lvl1pPr>
              <a:defRPr sz="1773"/>
            </a:lvl1pPr>
            <a:lvl2pPr>
              <a:defRPr sz="1520"/>
            </a:lvl2pPr>
            <a:lvl3pPr>
              <a:defRPr sz="1266"/>
            </a:lvl3pPr>
            <a:lvl4pPr>
              <a:defRPr sz="1141"/>
            </a:lvl4pPr>
            <a:lvl5pPr>
              <a:defRPr sz="1141"/>
            </a:lvl5pPr>
            <a:lvl6pPr>
              <a:defRPr sz="1266"/>
            </a:lvl6pPr>
            <a:lvl7pPr>
              <a:defRPr sz="1266"/>
            </a:lvl7pPr>
            <a:lvl8pPr>
              <a:defRPr sz="1266"/>
            </a:lvl8pPr>
            <a:lvl9pPr>
              <a:defRPr sz="1266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23E8D86B-609C-423A-9220-D7DC81877B7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334966" y="2428239"/>
            <a:ext cx="4437062" cy="3637281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289378" indent="0">
              <a:buNone/>
              <a:defRPr sz="886"/>
            </a:lvl2pPr>
            <a:lvl3pPr marL="578755" indent="0">
              <a:buNone/>
              <a:defRPr sz="760"/>
            </a:lvl3pPr>
            <a:lvl4pPr marL="868132" indent="0">
              <a:buNone/>
              <a:defRPr sz="631"/>
            </a:lvl4pPr>
            <a:lvl5pPr marL="1157510" indent="0">
              <a:buNone/>
              <a:defRPr sz="631"/>
            </a:lvl5pPr>
            <a:lvl6pPr marL="1446887" indent="0">
              <a:buNone/>
              <a:defRPr sz="631"/>
            </a:lvl6pPr>
            <a:lvl7pPr marL="1736266" indent="0">
              <a:buNone/>
              <a:defRPr sz="631"/>
            </a:lvl7pPr>
            <a:lvl8pPr marL="2025644" indent="0">
              <a:buNone/>
              <a:defRPr sz="631"/>
            </a:lvl8pPr>
            <a:lvl9pPr marL="2315021" indent="0">
              <a:buNone/>
              <a:defRPr sz="63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8" name="Дата 3">
            <a:extLst>
              <a:ext uri="{FF2B5EF4-FFF2-40B4-BE49-F238E27FC236}">
                <a16:creationId xmlns:a16="http://schemas.microsoft.com/office/drawing/2014/main" id="{3D3B951D-08AE-4736-8D36-4EB9974DAC4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DE74468B-3512-454B-AB51-7AE95604D39E}" type="datetime1">
              <a:rPr lang="ru-RU" smtClean="0"/>
              <a:t>14.09.2026</a:t>
            </a:fld>
            <a:endParaRPr lang="ru-RU"/>
          </a:p>
        </p:txBody>
      </p:sp>
      <p:sp>
        <p:nvSpPr>
          <p:cNvPr id="9" name="Нижний колонтитул 4">
            <a:extLst>
              <a:ext uri="{FF2B5EF4-FFF2-40B4-BE49-F238E27FC236}">
                <a16:creationId xmlns:a16="http://schemas.microsoft.com/office/drawing/2014/main" id="{D1D906C7-232A-4192-A02B-35F76470023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10" name="Номер слайда 5">
            <a:extLst>
              <a:ext uri="{FF2B5EF4-FFF2-40B4-BE49-F238E27FC236}">
                <a16:creationId xmlns:a16="http://schemas.microsoft.com/office/drawing/2014/main" id="{0E0F42FE-1DE2-4412-B92B-28748FBE7FC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45585014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4">
            <a:extLst>
              <a:ext uri="{FF2B5EF4-FFF2-40B4-BE49-F238E27FC236}">
                <a16:creationId xmlns:a16="http://schemas.microsoft.com/office/drawing/2014/main" id="{6492DF34-242F-4712-ACC0-85E96FE006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AB2196-A440-4E25-B9FF-D0ADB01B1A15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A5BFC209-E220-4DB1-9582-A06EDB7066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11" name="Заголовок 1">
            <a:extLst>
              <a:ext uri="{FF2B5EF4-FFF2-40B4-BE49-F238E27FC236}">
                <a16:creationId xmlns:a16="http://schemas.microsoft.com/office/drawing/2014/main" id="{F045645C-2F92-4AF1-B96A-C79DEB76E78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802640" y="3922529"/>
            <a:ext cx="5293359" cy="1654542"/>
          </a:xfrm>
        </p:spPr>
        <p:txBody>
          <a:bodyPr anchor="ctr" anchorCtr="0"/>
          <a:lstStyle>
            <a:lvl1pPr algn="l">
              <a:defRPr sz="28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18" name="Номер слайда 5">
            <a:extLst>
              <a:ext uri="{FF2B5EF4-FFF2-40B4-BE49-F238E27FC236}">
                <a16:creationId xmlns:a16="http://schemas.microsoft.com/office/drawing/2014/main" id="{424E19F6-1411-4AFE-9677-D4180DA214C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4057157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одержание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C7BAE699-64F9-49EF-B784-2DEF2B221955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1" name="Текст 6">
            <a:extLst>
              <a:ext uri="{FF2B5EF4-FFF2-40B4-BE49-F238E27FC236}">
                <a16:creationId xmlns:a16="http://schemas.microsoft.com/office/drawing/2014/main" id="{A8E19DA3-4B31-4259-B9A7-5F7A2E642854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1873541" y="1222713"/>
            <a:ext cx="3866856" cy="423628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12" name="Текст 9">
            <a:extLst>
              <a:ext uri="{FF2B5EF4-FFF2-40B4-BE49-F238E27FC236}">
                <a16:creationId xmlns:a16="http://schemas.microsoft.com/office/drawing/2014/main" id="{42FEA996-0F55-4FCB-8FCC-C78FEA766CFA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1873544" y="1790324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>Описание</a:t>
            </a:r>
          </a:p>
        </p:txBody>
      </p:sp>
      <p:sp>
        <p:nvSpPr>
          <p:cNvPr id="13" name="Текст 6">
            <a:extLst>
              <a:ext uri="{FF2B5EF4-FFF2-40B4-BE49-F238E27FC236}">
                <a16:creationId xmlns:a16="http://schemas.microsoft.com/office/drawing/2014/main" id="{C4D8DFD8-867D-4062-800E-27B73FA83BFA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1854185" y="2826697"/>
            <a:ext cx="3866856" cy="403756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14" name="Текст 9">
            <a:extLst>
              <a:ext uri="{FF2B5EF4-FFF2-40B4-BE49-F238E27FC236}">
                <a16:creationId xmlns:a16="http://schemas.microsoft.com/office/drawing/2014/main" id="{01B4FB59-79EB-42C6-8468-505204DD843D}"/>
              </a:ext>
            </a:extLst>
          </p:cNvPr>
          <p:cNvSpPr>
            <a:spLocks noGrp="1"/>
          </p:cNvSpPr>
          <p:nvPr>
            <p:ph type="body" sz="quarter" idx="40" hasCustomPrompt="1"/>
          </p:nvPr>
        </p:nvSpPr>
        <p:spPr>
          <a:xfrm>
            <a:off x="1854185" y="3374436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>Описание</a:t>
            </a:r>
          </a:p>
        </p:txBody>
      </p:sp>
      <p:sp>
        <p:nvSpPr>
          <p:cNvPr id="15" name="Текст 6">
            <a:extLst>
              <a:ext uri="{FF2B5EF4-FFF2-40B4-BE49-F238E27FC236}">
                <a16:creationId xmlns:a16="http://schemas.microsoft.com/office/drawing/2014/main" id="{2DD2E24E-A578-41A0-8812-3CEB5EB7DE20}"/>
              </a:ext>
            </a:extLst>
          </p:cNvPr>
          <p:cNvSpPr>
            <a:spLocks noGrp="1"/>
          </p:cNvSpPr>
          <p:nvPr>
            <p:ph type="body" sz="quarter" idx="41" hasCustomPrompt="1"/>
          </p:nvPr>
        </p:nvSpPr>
        <p:spPr>
          <a:xfrm>
            <a:off x="1854185" y="4410809"/>
            <a:ext cx="3866856" cy="403913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16" name="Текст 9">
            <a:extLst>
              <a:ext uri="{FF2B5EF4-FFF2-40B4-BE49-F238E27FC236}">
                <a16:creationId xmlns:a16="http://schemas.microsoft.com/office/drawing/2014/main" id="{29120726-8DD9-4194-A282-2630D18F49EA}"/>
              </a:ext>
            </a:extLst>
          </p:cNvPr>
          <p:cNvSpPr>
            <a:spLocks noGrp="1"/>
          </p:cNvSpPr>
          <p:nvPr>
            <p:ph type="body" sz="quarter" idx="42" hasCustomPrompt="1"/>
          </p:nvPr>
        </p:nvSpPr>
        <p:spPr>
          <a:xfrm>
            <a:off x="1854185" y="4958548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>Описание</a:t>
            </a:r>
          </a:p>
        </p:txBody>
      </p:sp>
      <p:sp>
        <p:nvSpPr>
          <p:cNvPr id="20" name="Текст 6">
            <a:extLst>
              <a:ext uri="{FF2B5EF4-FFF2-40B4-BE49-F238E27FC236}">
                <a16:creationId xmlns:a16="http://schemas.microsoft.com/office/drawing/2014/main" id="{F30BC2DD-F35E-474E-A833-EA478E7F80B7}"/>
              </a:ext>
            </a:extLst>
          </p:cNvPr>
          <p:cNvSpPr>
            <a:spLocks noGrp="1"/>
          </p:cNvSpPr>
          <p:nvPr>
            <p:ph type="body" sz="quarter" idx="43" hasCustomPrompt="1"/>
          </p:nvPr>
        </p:nvSpPr>
        <p:spPr>
          <a:xfrm>
            <a:off x="7546648" y="1222713"/>
            <a:ext cx="3866856" cy="423628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21" name="Текст 9">
            <a:extLst>
              <a:ext uri="{FF2B5EF4-FFF2-40B4-BE49-F238E27FC236}">
                <a16:creationId xmlns:a16="http://schemas.microsoft.com/office/drawing/2014/main" id="{7124A073-4FEB-4F54-A9B4-6797D7B46CC3}"/>
              </a:ext>
            </a:extLst>
          </p:cNvPr>
          <p:cNvSpPr>
            <a:spLocks noGrp="1"/>
          </p:cNvSpPr>
          <p:nvPr>
            <p:ph type="body" sz="quarter" idx="44" hasCustomPrompt="1"/>
          </p:nvPr>
        </p:nvSpPr>
        <p:spPr>
          <a:xfrm>
            <a:off x="7546651" y="1790324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>Описание</a:t>
            </a:r>
          </a:p>
        </p:txBody>
      </p:sp>
      <p:sp>
        <p:nvSpPr>
          <p:cNvPr id="22" name="Текст 6">
            <a:extLst>
              <a:ext uri="{FF2B5EF4-FFF2-40B4-BE49-F238E27FC236}">
                <a16:creationId xmlns:a16="http://schemas.microsoft.com/office/drawing/2014/main" id="{17FB4F65-9ABC-4376-8283-0F33F9BB91D6}"/>
              </a:ext>
            </a:extLst>
          </p:cNvPr>
          <p:cNvSpPr>
            <a:spLocks noGrp="1"/>
          </p:cNvSpPr>
          <p:nvPr>
            <p:ph type="body" sz="quarter" idx="45" hasCustomPrompt="1"/>
          </p:nvPr>
        </p:nvSpPr>
        <p:spPr>
          <a:xfrm>
            <a:off x="7527292" y="2826697"/>
            <a:ext cx="3866856" cy="403756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23" name="Текст 9">
            <a:extLst>
              <a:ext uri="{FF2B5EF4-FFF2-40B4-BE49-F238E27FC236}">
                <a16:creationId xmlns:a16="http://schemas.microsoft.com/office/drawing/2014/main" id="{C2E3AAAD-E9EB-4A42-ADAF-EDA850F01ED1}"/>
              </a:ext>
            </a:extLst>
          </p:cNvPr>
          <p:cNvSpPr>
            <a:spLocks noGrp="1"/>
          </p:cNvSpPr>
          <p:nvPr>
            <p:ph type="body" sz="quarter" idx="46" hasCustomPrompt="1"/>
          </p:nvPr>
        </p:nvSpPr>
        <p:spPr>
          <a:xfrm>
            <a:off x="7527292" y="3374436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>Описание</a:t>
            </a:r>
          </a:p>
        </p:txBody>
      </p:sp>
      <p:sp>
        <p:nvSpPr>
          <p:cNvPr id="24" name="Текст 6">
            <a:extLst>
              <a:ext uri="{FF2B5EF4-FFF2-40B4-BE49-F238E27FC236}">
                <a16:creationId xmlns:a16="http://schemas.microsoft.com/office/drawing/2014/main" id="{835470A4-56EB-4A53-A875-42155372D2DA}"/>
              </a:ext>
            </a:extLst>
          </p:cNvPr>
          <p:cNvSpPr>
            <a:spLocks noGrp="1"/>
          </p:cNvSpPr>
          <p:nvPr>
            <p:ph type="body" sz="quarter" idx="47" hasCustomPrompt="1"/>
          </p:nvPr>
        </p:nvSpPr>
        <p:spPr>
          <a:xfrm>
            <a:off x="7527292" y="4410809"/>
            <a:ext cx="3866856" cy="403913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25" name="Текст 9">
            <a:extLst>
              <a:ext uri="{FF2B5EF4-FFF2-40B4-BE49-F238E27FC236}">
                <a16:creationId xmlns:a16="http://schemas.microsoft.com/office/drawing/2014/main" id="{ED3CC4C2-7EF9-4A4B-BDD1-B16EF36B84C3}"/>
              </a:ext>
            </a:extLst>
          </p:cNvPr>
          <p:cNvSpPr>
            <a:spLocks noGrp="1"/>
          </p:cNvSpPr>
          <p:nvPr>
            <p:ph type="body" sz="quarter" idx="48" hasCustomPrompt="1"/>
          </p:nvPr>
        </p:nvSpPr>
        <p:spPr>
          <a:xfrm>
            <a:off x="7527292" y="4958548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>Описание</a:t>
            </a:r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27" name="Текст 6">
            <a:extLst>
              <a:ext uri="{FF2B5EF4-FFF2-40B4-BE49-F238E27FC236}">
                <a16:creationId xmlns:a16="http://schemas.microsoft.com/office/drawing/2014/main" id="{53CEA4EC-5717-426C-A1A1-534D0A055245}"/>
              </a:ext>
            </a:extLst>
          </p:cNvPr>
          <p:cNvSpPr>
            <a:spLocks noGrp="1"/>
          </p:cNvSpPr>
          <p:nvPr>
            <p:ph type="body" sz="quarter" idx="49" hasCustomPrompt="1"/>
          </p:nvPr>
        </p:nvSpPr>
        <p:spPr>
          <a:xfrm>
            <a:off x="778493" y="1187988"/>
            <a:ext cx="771003" cy="423628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01</a:t>
            </a:r>
          </a:p>
        </p:txBody>
      </p:sp>
      <p:sp>
        <p:nvSpPr>
          <p:cNvPr id="28" name="Текст 6">
            <a:extLst>
              <a:ext uri="{FF2B5EF4-FFF2-40B4-BE49-F238E27FC236}">
                <a16:creationId xmlns:a16="http://schemas.microsoft.com/office/drawing/2014/main" id="{ECD22E46-ECAB-4A6C-9243-E1661118B477}"/>
              </a:ext>
            </a:extLst>
          </p:cNvPr>
          <p:cNvSpPr>
            <a:spLocks noGrp="1"/>
          </p:cNvSpPr>
          <p:nvPr>
            <p:ph type="body" sz="quarter" idx="50" hasCustomPrompt="1"/>
          </p:nvPr>
        </p:nvSpPr>
        <p:spPr>
          <a:xfrm>
            <a:off x="759137" y="2791972"/>
            <a:ext cx="771003" cy="403756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02</a:t>
            </a:r>
          </a:p>
        </p:txBody>
      </p:sp>
      <p:sp>
        <p:nvSpPr>
          <p:cNvPr id="29" name="Текст 6">
            <a:extLst>
              <a:ext uri="{FF2B5EF4-FFF2-40B4-BE49-F238E27FC236}">
                <a16:creationId xmlns:a16="http://schemas.microsoft.com/office/drawing/2014/main" id="{A3CA815C-23B0-4736-B973-0A405AFC5D08}"/>
              </a:ext>
            </a:extLst>
          </p:cNvPr>
          <p:cNvSpPr>
            <a:spLocks noGrp="1"/>
          </p:cNvSpPr>
          <p:nvPr>
            <p:ph type="body" sz="quarter" idx="51" hasCustomPrompt="1"/>
          </p:nvPr>
        </p:nvSpPr>
        <p:spPr>
          <a:xfrm>
            <a:off x="759137" y="4376084"/>
            <a:ext cx="771003" cy="403913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03</a:t>
            </a:r>
          </a:p>
        </p:txBody>
      </p:sp>
      <p:sp>
        <p:nvSpPr>
          <p:cNvPr id="30" name="Текст 6">
            <a:extLst>
              <a:ext uri="{FF2B5EF4-FFF2-40B4-BE49-F238E27FC236}">
                <a16:creationId xmlns:a16="http://schemas.microsoft.com/office/drawing/2014/main" id="{0C64CE05-E630-4FDE-B773-3165E579B3B6}"/>
              </a:ext>
            </a:extLst>
          </p:cNvPr>
          <p:cNvSpPr>
            <a:spLocks noGrp="1"/>
          </p:cNvSpPr>
          <p:nvPr>
            <p:ph type="body" sz="quarter" idx="52" hasCustomPrompt="1"/>
          </p:nvPr>
        </p:nvSpPr>
        <p:spPr>
          <a:xfrm>
            <a:off x="6451600" y="1187988"/>
            <a:ext cx="771003" cy="423628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04</a:t>
            </a:r>
          </a:p>
        </p:txBody>
      </p:sp>
      <p:sp>
        <p:nvSpPr>
          <p:cNvPr id="31" name="Текст 6">
            <a:extLst>
              <a:ext uri="{FF2B5EF4-FFF2-40B4-BE49-F238E27FC236}">
                <a16:creationId xmlns:a16="http://schemas.microsoft.com/office/drawing/2014/main" id="{52DBB510-86A6-45BB-B6E1-54FE5A86B490}"/>
              </a:ext>
            </a:extLst>
          </p:cNvPr>
          <p:cNvSpPr>
            <a:spLocks noGrp="1"/>
          </p:cNvSpPr>
          <p:nvPr>
            <p:ph type="body" sz="quarter" idx="53" hasCustomPrompt="1"/>
          </p:nvPr>
        </p:nvSpPr>
        <p:spPr>
          <a:xfrm>
            <a:off x="6432244" y="2791972"/>
            <a:ext cx="771003" cy="403756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05</a:t>
            </a:r>
          </a:p>
        </p:txBody>
      </p:sp>
      <p:sp>
        <p:nvSpPr>
          <p:cNvPr id="32" name="Текст 6">
            <a:extLst>
              <a:ext uri="{FF2B5EF4-FFF2-40B4-BE49-F238E27FC236}">
                <a16:creationId xmlns:a16="http://schemas.microsoft.com/office/drawing/2014/main" id="{CA530A5B-20B1-4742-8CF2-55C8F5CC1E91}"/>
              </a:ext>
            </a:extLst>
          </p:cNvPr>
          <p:cNvSpPr>
            <a:spLocks noGrp="1"/>
          </p:cNvSpPr>
          <p:nvPr>
            <p:ph type="body" sz="quarter" idx="54" hasCustomPrompt="1"/>
          </p:nvPr>
        </p:nvSpPr>
        <p:spPr>
          <a:xfrm>
            <a:off x="6432244" y="4376084"/>
            <a:ext cx="771003" cy="403913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06</a:t>
            </a:r>
          </a:p>
        </p:txBody>
      </p:sp>
    </p:spTree>
    <p:extLst>
      <p:ext uri="{BB962C8B-B14F-4D97-AF65-F5344CB8AC3E}">
        <p14:creationId xmlns:p14="http://schemas.microsoft.com/office/powerpoint/2010/main" val="418885800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Фотографи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CAFA80CC-940E-479C-90C0-76DA923785E9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2682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27" name="Рисунок 7">
            <a:extLst>
              <a:ext uri="{FF2B5EF4-FFF2-40B4-BE49-F238E27FC236}">
                <a16:creationId xmlns:a16="http://schemas.microsoft.com/office/drawing/2014/main" id="{7F6989B1-EABA-40DD-BFD6-7E0075CDDEE8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7440147" y="1016001"/>
            <a:ext cx="4405777" cy="3078479"/>
          </a:xfrm>
        </p:spPr>
        <p:txBody>
          <a:bodyPr/>
          <a:lstStyle/>
          <a:p>
            <a:endParaRPr lang="ru-RU"/>
          </a:p>
        </p:txBody>
      </p:sp>
      <p:sp>
        <p:nvSpPr>
          <p:cNvPr id="28" name="Рисунок 9">
            <a:extLst>
              <a:ext uri="{FF2B5EF4-FFF2-40B4-BE49-F238E27FC236}">
                <a16:creationId xmlns:a16="http://schemas.microsoft.com/office/drawing/2014/main" id="{C157B27F-5477-43C4-BE9E-F7CF2A081F1A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7440149" y="4389108"/>
            <a:ext cx="4405775" cy="1811668"/>
          </a:xfrm>
        </p:spPr>
        <p:txBody>
          <a:bodyPr/>
          <a:lstStyle/>
          <a:p>
            <a:endParaRPr lang="ru-RU" dirty="0"/>
          </a:p>
        </p:txBody>
      </p:sp>
      <p:sp>
        <p:nvSpPr>
          <p:cNvPr id="29" name="Рисунок 11">
            <a:extLst>
              <a:ext uri="{FF2B5EF4-FFF2-40B4-BE49-F238E27FC236}">
                <a16:creationId xmlns:a16="http://schemas.microsoft.com/office/drawing/2014/main" id="{3E695B26-F7D2-4380-AAA1-0FB24A689AAD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346075" y="3223948"/>
            <a:ext cx="6806142" cy="2976827"/>
          </a:xfrm>
        </p:spPr>
        <p:txBody>
          <a:bodyPr/>
          <a:lstStyle/>
          <a:p>
            <a:endParaRPr lang="ru-RU"/>
          </a:p>
        </p:txBody>
      </p:sp>
      <p:sp>
        <p:nvSpPr>
          <p:cNvPr id="30" name="Текст 15">
            <a:extLst>
              <a:ext uri="{FF2B5EF4-FFF2-40B4-BE49-F238E27FC236}">
                <a16:creationId xmlns:a16="http://schemas.microsoft.com/office/drawing/2014/main" id="{7EA2CF14-9D94-4B6F-AAA7-0B38CBB654CE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46075" y="1016001"/>
            <a:ext cx="6806142" cy="2029882"/>
          </a:xfr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</p:spTree>
    <p:extLst>
      <p:ext uri="{BB962C8B-B14F-4D97-AF65-F5344CB8AC3E}">
        <p14:creationId xmlns:p14="http://schemas.microsoft.com/office/powerpoint/2010/main" val="153601696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Пункты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82A4DA7B-A7D8-4443-AD1C-4C7CDC678488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1107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23" name="Текст 101">
            <a:extLst>
              <a:ext uri="{FF2B5EF4-FFF2-40B4-BE49-F238E27FC236}">
                <a16:creationId xmlns:a16="http://schemas.microsoft.com/office/drawing/2014/main" id="{B61EFF39-7063-4F67-A1C0-B9D05F3602E3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994303" y="2973742"/>
            <a:ext cx="2190810" cy="910516"/>
          </a:xfrm>
        </p:spPr>
        <p:txBody>
          <a:bodyPr/>
          <a:lstStyle>
            <a:lvl1pPr marL="0" indent="0" algn="ctr">
              <a:buNone/>
              <a:defRPr lang="ru-RU" dirty="0"/>
            </a:lvl1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75" name="Текст 74">
            <a:extLst>
              <a:ext uri="{FF2B5EF4-FFF2-40B4-BE49-F238E27FC236}">
                <a16:creationId xmlns:a16="http://schemas.microsoft.com/office/drawing/2014/main" id="{A0F2F041-BB01-463D-9CD2-6A231D592408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6662924" y="1588128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6" name="Текст 74">
            <a:extLst>
              <a:ext uri="{FF2B5EF4-FFF2-40B4-BE49-F238E27FC236}">
                <a16:creationId xmlns:a16="http://schemas.microsoft.com/office/drawing/2014/main" id="{58BDD636-A558-406A-A768-05FF3D12BD86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6662924" y="2445138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7" name="Текст 74">
            <a:extLst>
              <a:ext uri="{FF2B5EF4-FFF2-40B4-BE49-F238E27FC236}">
                <a16:creationId xmlns:a16="http://schemas.microsoft.com/office/drawing/2014/main" id="{53EE4994-79EE-43D0-B40B-E2DE25879B80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6662924" y="3302147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8" name="Текст 74">
            <a:extLst>
              <a:ext uri="{FF2B5EF4-FFF2-40B4-BE49-F238E27FC236}">
                <a16:creationId xmlns:a16="http://schemas.microsoft.com/office/drawing/2014/main" id="{4CD31D83-EE69-46A0-B5B2-B2969969DCFB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662924" y="4159156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9" name="Текст 74">
            <a:extLst>
              <a:ext uri="{FF2B5EF4-FFF2-40B4-BE49-F238E27FC236}">
                <a16:creationId xmlns:a16="http://schemas.microsoft.com/office/drawing/2014/main" id="{BFB2A4EF-E632-42AC-82F0-453D4A95A9E4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6662924" y="5016166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</p:spTree>
    <p:extLst>
      <p:ext uri="{BB962C8B-B14F-4D97-AF65-F5344CB8AC3E}">
        <p14:creationId xmlns:p14="http://schemas.microsoft.com/office/powerpoint/2010/main" val="1376109719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татистик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44E505DF-C567-47F2-9374-60838F800101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1107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11" name="Текст 35">
            <a:extLst>
              <a:ext uri="{FF2B5EF4-FFF2-40B4-BE49-F238E27FC236}">
                <a16:creationId xmlns:a16="http://schemas.microsoft.com/office/drawing/2014/main" id="{B1350734-1D64-4861-9813-14C6593B8523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6683077" y="1026867"/>
            <a:ext cx="4790314" cy="1615356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2" name="Текст 35">
            <a:extLst>
              <a:ext uri="{FF2B5EF4-FFF2-40B4-BE49-F238E27FC236}">
                <a16:creationId xmlns:a16="http://schemas.microsoft.com/office/drawing/2014/main" id="{010826A5-76AC-452C-9459-7CC1CCF22ED5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683077" y="1626932"/>
            <a:ext cx="4790314" cy="1015291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" name="Текст 35">
            <a:extLst>
              <a:ext uri="{FF2B5EF4-FFF2-40B4-BE49-F238E27FC236}">
                <a16:creationId xmlns:a16="http://schemas.microsoft.com/office/drawing/2014/main" id="{C694E912-AC3F-437A-90AD-A48291DCE9BD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6683077" y="2807582"/>
            <a:ext cx="4790314" cy="1615356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5" name="Текст 35">
            <a:extLst>
              <a:ext uri="{FF2B5EF4-FFF2-40B4-BE49-F238E27FC236}">
                <a16:creationId xmlns:a16="http://schemas.microsoft.com/office/drawing/2014/main" id="{DE78EAF0-6854-4E73-A48A-917C1A86C3F4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6683077" y="3407647"/>
            <a:ext cx="4790314" cy="1015291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6" name="Текст 35">
            <a:extLst>
              <a:ext uri="{FF2B5EF4-FFF2-40B4-BE49-F238E27FC236}">
                <a16:creationId xmlns:a16="http://schemas.microsoft.com/office/drawing/2014/main" id="{72D68DD9-6181-4C35-909B-154E5E309C97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6683077" y="4584029"/>
            <a:ext cx="4790314" cy="1615356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7" name="Текст 35">
            <a:extLst>
              <a:ext uri="{FF2B5EF4-FFF2-40B4-BE49-F238E27FC236}">
                <a16:creationId xmlns:a16="http://schemas.microsoft.com/office/drawing/2014/main" id="{7D5E34DD-827F-4597-BFDE-34D8830FB250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6683077" y="5184094"/>
            <a:ext cx="4790314" cy="1015291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</p:spTree>
    <p:extLst>
      <p:ext uri="{BB962C8B-B14F-4D97-AF65-F5344CB8AC3E}">
        <p14:creationId xmlns:p14="http://schemas.microsoft.com/office/powerpoint/2010/main" val="2669948565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Статистик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2938A0C3-5C2F-47B8-B008-79A49A1195BA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9532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11" name="Текст 35">
            <a:extLst>
              <a:ext uri="{FF2B5EF4-FFF2-40B4-BE49-F238E27FC236}">
                <a16:creationId xmlns:a16="http://schemas.microsoft.com/office/drawing/2014/main" id="{B1350734-1D64-4861-9813-14C6593B8523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6683077" y="1016000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1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2" name="Текст 35">
            <a:extLst>
              <a:ext uri="{FF2B5EF4-FFF2-40B4-BE49-F238E27FC236}">
                <a16:creationId xmlns:a16="http://schemas.microsoft.com/office/drawing/2014/main" id="{010826A5-76AC-452C-9459-7CC1CCF22ED5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683077" y="1395537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" name="Текст 35">
            <a:extLst>
              <a:ext uri="{FF2B5EF4-FFF2-40B4-BE49-F238E27FC236}">
                <a16:creationId xmlns:a16="http://schemas.microsoft.com/office/drawing/2014/main" id="{C694E912-AC3F-437A-90AD-A48291DCE9BD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6683077" y="2284561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5">
                    <a:lumMod val="60000"/>
                    <a:lumOff val="40000"/>
                  </a:schemeClr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5" name="Текст 35">
            <a:extLst>
              <a:ext uri="{FF2B5EF4-FFF2-40B4-BE49-F238E27FC236}">
                <a16:creationId xmlns:a16="http://schemas.microsoft.com/office/drawing/2014/main" id="{DE78EAF0-6854-4E73-A48A-917C1A86C3F4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6683077" y="2664098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6" name="Текст 35">
            <a:extLst>
              <a:ext uri="{FF2B5EF4-FFF2-40B4-BE49-F238E27FC236}">
                <a16:creationId xmlns:a16="http://schemas.microsoft.com/office/drawing/2014/main" id="{72D68DD9-6181-4C35-909B-154E5E309C97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6683077" y="3553122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4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7" name="Текст 35">
            <a:extLst>
              <a:ext uri="{FF2B5EF4-FFF2-40B4-BE49-F238E27FC236}">
                <a16:creationId xmlns:a16="http://schemas.microsoft.com/office/drawing/2014/main" id="{7D5E34DD-827F-4597-BFDE-34D8830FB250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6683077" y="3932659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8" name="Текст 35">
            <a:extLst>
              <a:ext uri="{FF2B5EF4-FFF2-40B4-BE49-F238E27FC236}">
                <a16:creationId xmlns:a16="http://schemas.microsoft.com/office/drawing/2014/main" id="{6305AE9F-2B19-4EA1-A48B-435746C35E60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6683077" y="4821684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9" name="Текст 35">
            <a:extLst>
              <a:ext uri="{FF2B5EF4-FFF2-40B4-BE49-F238E27FC236}">
                <a16:creationId xmlns:a16="http://schemas.microsoft.com/office/drawing/2014/main" id="{CF9D9CFB-62B9-4CE0-8770-0CB398D99F7E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6683077" y="5201221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</p:spTree>
    <p:extLst>
      <p:ext uri="{BB962C8B-B14F-4D97-AF65-F5344CB8AC3E}">
        <p14:creationId xmlns:p14="http://schemas.microsoft.com/office/powerpoint/2010/main" val="101638643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Статистик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BF4F29EB-DFD0-428E-8E89-ED117A3553E3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7721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11" name="Текст 35">
            <a:extLst>
              <a:ext uri="{FF2B5EF4-FFF2-40B4-BE49-F238E27FC236}">
                <a16:creationId xmlns:a16="http://schemas.microsoft.com/office/drawing/2014/main" id="{B1350734-1D64-4861-9813-14C6593B8523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6683077" y="1016000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1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2" name="Текст 35">
            <a:extLst>
              <a:ext uri="{FF2B5EF4-FFF2-40B4-BE49-F238E27FC236}">
                <a16:creationId xmlns:a16="http://schemas.microsoft.com/office/drawing/2014/main" id="{010826A5-76AC-452C-9459-7CC1CCF22ED5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683077" y="1395537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" name="Текст 35">
            <a:extLst>
              <a:ext uri="{FF2B5EF4-FFF2-40B4-BE49-F238E27FC236}">
                <a16:creationId xmlns:a16="http://schemas.microsoft.com/office/drawing/2014/main" id="{C694E912-AC3F-437A-90AD-A48291DCE9BD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6683077" y="2284561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5">
                    <a:lumMod val="60000"/>
                    <a:lumOff val="40000"/>
                  </a:schemeClr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5" name="Текст 35">
            <a:extLst>
              <a:ext uri="{FF2B5EF4-FFF2-40B4-BE49-F238E27FC236}">
                <a16:creationId xmlns:a16="http://schemas.microsoft.com/office/drawing/2014/main" id="{DE78EAF0-6854-4E73-A48A-917C1A86C3F4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6683077" y="2664098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6" name="Текст 35">
            <a:extLst>
              <a:ext uri="{FF2B5EF4-FFF2-40B4-BE49-F238E27FC236}">
                <a16:creationId xmlns:a16="http://schemas.microsoft.com/office/drawing/2014/main" id="{72D68DD9-6181-4C35-909B-154E5E309C97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6683077" y="3553122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4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7" name="Текст 35">
            <a:extLst>
              <a:ext uri="{FF2B5EF4-FFF2-40B4-BE49-F238E27FC236}">
                <a16:creationId xmlns:a16="http://schemas.microsoft.com/office/drawing/2014/main" id="{7D5E34DD-827F-4597-BFDE-34D8830FB250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6683077" y="3932659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8" name="Текст 35">
            <a:extLst>
              <a:ext uri="{FF2B5EF4-FFF2-40B4-BE49-F238E27FC236}">
                <a16:creationId xmlns:a16="http://schemas.microsoft.com/office/drawing/2014/main" id="{6305AE9F-2B19-4EA1-A48B-435746C35E60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6683077" y="4821684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9" name="Текст 35">
            <a:extLst>
              <a:ext uri="{FF2B5EF4-FFF2-40B4-BE49-F238E27FC236}">
                <a16:creationId xmlns:a16="http://schemas.microsoft.com/office/drawing/2014/main" id="{CF9D9CFB-62B9-4CE0-8770-0CB398D99F7E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6683077" y="5201221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</p:spTree>
    <p:extLst>
      <p:ext uri="{BB962C8B-B14F-4D97-AF65-F5344CB8AC3E}">
        <p14:creationId xmlns:p14="http://schemas.microsoft.com/office/powerpoint/2010/main" val="33805881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тади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D52F0272-0FEA-44CE-966E-3D169B2F53D4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8" name="Текст 35">
            <a:extLst>
              <a:ext uri="{FF2B5EF4-FFF2-40B4-BE49-F238E27FC236}">
                <a16:creationId xmlns:a16="http://schemas.microsoft.com/office/drawing/2014/main" id="{BE583EE3-33C6-4FCC-9F56-28AB0B4FCAD9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346075" y="1024937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9" name="Текст 35">
            <a:extLst>
              <a:ext uri="{FF2B5EF4-FFF2-40B4-BE49-F238E27FC236}">
                <a16:creationId xmlns:a16="http://schemas.microsoft.com/office/drawing/2014/main" id="{AFEBE25F-FFFE-4B9D-94E7-7A69C7B0D747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346075" y="1380939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2" name="Текст 35">
            <a:extLst>
              <a:ext uri="{FF2B5EF4-FFF2-40B4-BE49-F238E27FC236}">
                <a16:creationId xmlns:a16="http://schemas.microsoft.com/office/drawing/2014/main" id="{3E63DE62-DFB7-44A9-A85D-B687FAE797DC}"/>
              </a:ext>
            </a:extLst>
          </p:cNvPr>
          <p:cNvSpPr>
            <a:spLocks noGrp="1"/>
          </p:cNvSpPr>
          <p:nvPr>
            <p:ph type="body" sz="quarter" idx="28"/>
          </p:nvPr>
        </p:nvSpPr>
        <p:spPr>
          <a:xfrm>
            <a:off x="4832960" y="1024937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3" name="Текст 35">
            <a:extLst>
              <a:ext uri="{FF2B5EF4-FFF2-40B4-BE49-F238E27FC236}">
                <a16:creationId xmlns:a16="http://schemas.microsoft.com/office/drawing/2014/main" id="{65791B9B-D32F-4C66-AD0A-B1F3CB6B2B21}"/>
              </a:ext>
            </a:extLst>
          </p:cNvPr>
          <p:cNvSpPr>
            <a:spLocks noGrp="1"/>
          </p:cNvSpPr>
          <p:nvPr>
            <p:ph type="body" sz="quarter" idx="29"/>
          </p:nvPr>
        </p:nvSpPr>
        <p:spPr>
          <a:xfrm>
            <a:off x="4832960" y="1380939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4" name="Текст 35">
            <a:extLst>
              <a:ext uri="{FF2B5EF4-FFF2-40B4-BE49-F238E27FC236}">
                <a16:creationId xmlns:a16="http://schemas.microsoft.com/office/drawing/2014/main" id="{3052024B-27A5-4D0B-A7E7-5161FB0ED379}"/>
              </a:ext>
            </a:extLst>
          </p:cNvPr>
          <p:cNvSpPr>
            <a:spLocks noGrp="1"/>
          </p:cNvSpPr>
          <p:nvPr>
            <p:ph type="body" sz="quarter" idx="30"/>
          </p:nvPr>
        </p:nvSpPr>
        <p:spPr>
          <a:xfrm>
            <a:off x="9330862" y="1024937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5" name="Текст 35">
            <a:extLst>
              <a:ext uri="{FF2B5EF4-FFF2-40B4-BE49-F238E27FC236}">
                <a16:creationId xmlns:a16="http://schemas.microsoft.com/office/drawing/2014/main" id="{9DFC47B0-ECC1-49CE-99A3-DC05480669A7}"/>
              </a:ext>
            </a:extLst>
          </p:cNvPr>
          <p:cNvSpPr>
            <a:spLocks noGrp="1"/>
          </p:cNvSpPr>
          <p:nvPr>
            <p:ph type="body" sz="quarter" idx="31"/>
          </p:nvPr>
        </p:nvSpPr>
        <p:spPr>
          <a:xfrm>
            <a:off x="9330862" y="1380939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6" name="Текст 35">
            <a:extLst>
              <a:ext uri="{FF2B5EF4-FFF2-40B4-BE49-F238E27FC236}">
                <a16:creationId xmlns:a16="http://schemas.microsoft.com/office/drawing/2014/main" id="{3B86BD35-3919-4E07-B138-AAF7CFF7DF02}"/>
              </a:ext>
            </a:extLst>
          </p:cNvPr>
          <p:cNvSpPr>
            <a:spLocks noGrp="1"/>
          </p:cNvSpPr>
          <p:nvPr>
            <p:ph type="body" sz="quarter" idx="32"/>
          </p:nvPr>
        </p:nvSpPr>
        <p:spPr>
          <a:xfrm>
            <a:off x="2593517" y="4358152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7" name="Текст 35">
            <a:extLst>
              <a:ext uri="{FF2B5EF4-FFF2-40B4-BE49-F238E27FC236}">
                <a16:creationId xmlns:a16="http://schemas.microsoft.com/office/drawing/2014/main" id="{10D94F19-5929-4A71-8C96-769ED6DD0BAE}"/>
              </a:ext>
            </a:extLst>
          </p:cNvPr>
          <p:cNvSpPr>
            <a:spLocks noGrp="1"/>
          </p:cNvSpPr>
          <p:nvPr>
            <p:ph type="body" sz="quarter" idx="33"/>
          </p:nvPr>
        </p:nvSpPr>
        <p:spPr>
          <a:xfrm>
            <a:off x="2593517" y="4714154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8" name="Текст 35">
            <a:extLst>
              <a:ext uri="{FF2B5EF4-FFF2-40B4-BE49-F238E27FC236}">
                <a16:creationId xmlns:a16="http://schemas.microsoft.com/office/drawing/2014/main" id="{D84303F2-08F5-497F-BC9B-59F70995863F}"/>
              </a:ext>
            </a:extLst>
          </p:cNvPr>
          <p:cNvSpPr>
            <a:spLocks noGrp="1"/>
          </p:cNvSpPr>
          <p:nvPr>
            <p:ph type="body" sz="quarter" idx="34"/>
          </p:nvPr>
        </p:nvSpPr>
        <p:spPr>
          <a:xfrm>
            <a:off x="7080402" y="4358152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9" name="Текст 35">
            <a:extLst>
              <a:ext uri="{FF2B5EF4-FFF2-40B4-BE49-F238E27FC236}">
                <a16:creationId xmlns:a16="http://schemas.microsoft.com/office/drawing/2014/main" id="{EA5C32CD-4539-4313-8B67-943CB8F5EBD9}"/>
              </a:ext>
            </a:extLst>
          </p:cNvPr>
          <p:cNvSpPr>
            <a:spLocks noGrp="1"/>
          </p:cNvSpPr>
          <p:nvPr>
            <p:ph type="body" sz="quarter" idx="35"/>
          </p:nvPr>
        </p:nvSpPr>
        <p:spPr>
          <a:xfrm>
            <a:off x="7080402" y="4714154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00" name="Заголовок 1">
            <a:extLst>
              <a:ext uri="{FF2B5EF4-FFF2-40B4-BE49-F238E27FC236}">
                <a16:creationId xmlns:a16="http://schemas.microsoft.com/office/drawing/2014/main" id="{6641864C-9659-45A2-A61F-BB1A3067B1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4256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3559117993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Проблема и реш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062B0DBE-B5A9-470E-85A9-7CC062D5339A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00" name="Заголовок 1">
            <a:extLst>
              <a:ext uri="{FF2B5EF4-FFF2-40B4-BE49-F238E27FC236}">
                <a16:creationId xmlns:a16="http://schemas.microsoft.com/office/drawing/2014/main" id="{6641864C-9659-45A2-A61F-BB1A3067B1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7650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130" name="Текст 35">
            <a:extLst>
              <a:ext uri="{FF2B5EF4-FFF2-40B4-BE49-F238E27FC236}">
                <a16:creationId xmlns:a16="http://schemas.microsoft.com/office/drawing/2014/main" id="{2FAEFDC9-8968-4F3D-8F8F-5591D6F30FE0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517027" y="3810175"/>
            <a:ext cx="3264113" cy="2375115"/>
          </a:xfrm>
          <a:prstGeom prst="roundRect">
            <a:avLst>
              <a:gd name="adj" fmla="val 101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49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 marL="0" indent="0">
              <a:buNone/>
              <a:defRPr sz="14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ru-RU" dirty="0"/>
              <a:t>Описание проблемы </a:t>
            </a:r>
          </a:p>
        </p:txBody>
      </p:sp>
      <p:sp>
        <p:nvSpPr>
          <p:cNvPr id="152" name="Текст 35">
            <a:extLst>
              <a:ext uri="{FF2B5EF4-FFF2-40B4-BE49-F238E27FC236}">
                <a16:creationId xmlns:a16="http://schemas.microsoft.com/office/drawing/2014/main" id="{A7C77525-23F2-401E-A901-0374D8239BBC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4464542" y="3810175"/>
            <a:ext cx="3264113" cy="2375115"/>
          </a:xfrm>
          <a:prstGeom prst="roundRect">
            <a:avLst>
              <a:gd name="adj" fmla="val 101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49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 marL="0" indent="0">
              <a:buNone/>
              <a:defRPr sz="14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ru-RU" dirty="0"/>
              <a:t>Примеры уже имеющихся способов решения данной проблемы</a:t>
            </a:r>
          </a:p>
        </p:txBody>
      </p:sp>
      <p:sp>
        <p:nvSpPr>
          <p:cNvPr id="153" name="Текст 35">
            <a:extLst>
              <a:ext uri="{FF2B5EF4-FFF2-40B4-BE49-F238E27FC236}">
                <a16:creationId xmlns:a16="http://schemas.microsoft.com/office/drawing/2014/main" id="{D2F4E226-3842-4532-A60F-4E8C02DAD6DC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8385481" y="3810175"/>
            <a:ext cx="3264113" cy="2375115"/>
          </a:xfrm>
          <a:prstGeom prst="roundRect">
            <a:avLst>
              <a:gd name="adj" fmla="val 101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49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 marL="0" indent="0">
              <a:buNone/>
              <a:defRPr sz="14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ru-RU" dirty="0"/>
              <a:t>Ваше предложение решения данной проблемы</a:t>
            </a:r>
          </a:p>
        </p:txBody>
      </p:sp>
      <p:sp>
        <p:nvSpPr>
          <p:cNvPr id="189" name="Текст 35">
            <a:extLst>
              <a:ext uri="{FF2B5EF4-FFF2-40B4-BE49-F238E27FC236}">
                <a16:creationId xmlns:a16="http://schemas.microsoft.com/office/drawing/2014/main" id="{C44A233F-7BDF-4F40-844F-FC23B1912AA4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517027" y="3252336"/>
            <a:ext cx="3264113" cy="391783"/>
          </a:xfrm>
          <a:prstGeom prst="roundRect">
            <a:avLst>
              <a:gd name="adj" fmla="val 10167"/>
            </a:avLst>
          </a:prstGeom>
          <a:noFill/>
        </p:spPr>
        <p:txBody>
          <a:bodyPr>
            <a:noAutofit/>
          </a:bodyPr>
          <a:lstStyle>
            <a:lvl1pPr marL="0" indent="0" algn="ctr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Проблема</a:t>
            </a:r>
          </a:p>
        </p:txBody>
      </p:sp>
      <p:sp>
        <p:nvSpPr>
          <p:cNvPr id="190" name="Текст 35">
            <a:extLst>
              <a:ext uri="{FF2B5EF4-FFF2-40B4-BE49-F238E27FC236}">
                <a16:creationId xmlns:a16="http://schemas.microsoft.com/office/drawing/2014/main" id="{1683ED6E-2444-48B8-A78B-F1EBA53E21C2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4464542" y="3252336"/>
            <a:ext cx="3264113" cy="391783"/>
          </a:xfrm>
          <a:prstGeom prst="roundRect">
            <a:avLst>
              <a:gd name="adj" fmla="val 10167"/>
            </a:avLst>
          </a:prstGeom>
          <a:noFill/>
        </p:spPr>
        <p:txBody>
          <a:bodyPr>
            <a:noAutofit/>
          </a:bodyPr>
          <a:lstStyle>
            <a:lvl1pPr marL="0" indent="0" algn="ctr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Альтернативные решения</a:t>
            </a:r>
          </a:p>
        </p:txBody>
      </p:sp>
      <p:sp>
        <p:nvSpPr>
          <p:cNvPr id="191" name="Текст 35">
            <a:extLst>
              <a:ext uri="{FF2B5EF4-FFF2-40B4-BE49-F238E27FC236}">
                <a16:creationId xmlns:a16="http://schemas.microsoft.com/office/drawing/2014/main" id="{B788F042-DAFC-4B5A-B1AA-8ADEFAAA9801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8385481" y="3252336"/>
            <a:ext cx="3264113" cy="391783"/>
          </a:xfrm>
          <a:prstGeom prst="roundRect">
            <a:avLst>
              <a:gd name="adj" fmla="val 10167"/>
            </a:avLst>
          </a:prstGeom>
          <a:noFill/>
        </p:spPr>
        <p:txBody>
          <a:bodyPr>
            <a:noAutofit/>
          </a:bodyPr>
          <a:lstStyle>
            <a:lvl1pPr marL="0" indent="0" algn="ctr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Решение</a:t>
            </a:r>
          </a:p>
        </p:txBody>
      </p:sp>
    </p:spTree>
    <p:extLst>
      <p:ext uri="{BB962C8B-B14F-4D97-AF65-F5344CB8AC3E}">
        <p14:creationId xmlns:p14="http://schemas.microsoft.com/office/powerpoint/2010/main" val="875273806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Демо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Picture Placeholder 1">
            <a:extLst>
              <a:ext uri="{FF2B5EF4-FFF2-40B4-BE49-F238E27FC236}">
                <a16:creationId xmlns:a16="http://schemas.microsoft.com/office/drawing/2014/main" id="{F4BB4485-D5EB-48AD-A465-1B1299C88CD1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4162940" y="1264478"/>
            <a:ext cx="3866121" cy="2436377"/>
          </a:xfrm>
        </p:spPr>
      </p:sp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4D396B86-640F-4AD1-BBB2-E085B6CD8771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00" name="Заголовок 1">
            <a:extLst>
              <a:ext uri="{FF2B5EF4-FFF2-40B4-BE49-F238E27FC236}">
                <a16:creationId xmlns:a16="http://schemas.microsoft.com/office/drawing/2014/main" id="{6641864C-9659-45A2-A61F-BB1A3067B1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8340B20B-0618-415E-8908-3C85578C4D16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346075" y="4656083"/>
            <a:ext cx="3626835" cy="1544692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90" name="Текст 7">
            <a:extLst>
              <a:ext uri="{FF2B5EF4-FFF2-40B4-BE49-F238E27FC236}">
                <a16:creationId xmlns:a16="http://schemas.microsoft.com/office/drawing/2014/main" id="{47A76FC9-6FDA-4102-9D33-F9766B07D3E6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4240502" y="4656083"/>
            <a:ext cx="3626835" cy="1544692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91" name="Текст 7">
            <a:extLst>
              <a:ext uri="{FF2B5EF4-FFF2-40B4-BE49-F238E27FC236}">
                <a16:creationId xmlns:a16="http://schemas.microsoft.com/office/drawing/2014/main" id="{7C8F4076-BB2C-4FA3-9BAD-5EF87B638D5F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8230203" y="4656083"/>
            <a:ext cx="3626835" cy="1544692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</p:spTree>
    <p:extLst>
      <p:ext uri="{BB962C8B-B14F-4D97-AF65-F5344CB8AC3E}">
        <p14:creationId xmlns:p14="http://schemas.microsoft.com/office/powerpoint/2010/main" val="3469912038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Демо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93AF0E63-1EB1-47F5-B09E-CA3E5DE528F3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00" name="Заголовок 1">
            <a:extLst>
              <a:ext uri="{FF2B5EF4-FFF2-40B4-BE49-F238E27FC236}">
                <a16:creationId xmlns:a16="http://schemas.microsoft.com/office/drawing/2014/main" id="{6641864C-9659-45A2-A61F-BB1A3067B1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3289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8340B20B-0618-415E-8908-3C85578C4D16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1210643" y="4324451"/>
            <a:ext cx="4121687" cy="1612262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90" name="Текст 7">
            <a:extLst>
              <a:ext uri="{FF2B5EF4-FFF2-40B4-BE49-F238E27FC236}">
                <a16:creationId xmlns:a16="http://schemas.microsoft.com/office/drawing/2014/main" id="{47A76FC9-6FDA-4102-9D33-F9766B07D3E6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6857950" y="4324451"/>
            <a:ext cx="4121687" cy="1612262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79" name="Picture Placeholder 1">
            <a:extLst>
              <a:ext uri="{FF2B5EF4-FFF2-40B4-BE49-F238E27FC236}">
                <a16:creationId xmlns:a16="http://schemas.microsoft.com/office/drawing/2014/main" id="{F4BB4485-D5EB-48AD-A465-1B1299C88CD1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1210642" y="1577998"/>
            <a:ext cx="4121688" cy="2283975"/>
          </a:xfrm>
        </p:spPr>
      </p:sp>
      <p:sp>
        <p:nvSpPr>
          <p:cNvPr id="123" name="Picture Placeholder 1">
            <a:extLst>
              <a:ext uri="{FF2B5EF4-FFF2-40B4-BE49-F238E27FC236}">
                <a16:creationId xmlns:a16="http://schemas.microsoft.com/office/drawing/2014/main" id="{C7FB8BAF-17B6-40DC-9912-73B3494AC45E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6855540" y="1577998"/>
            <a:ext cx="4121688" cy="2283975"/>
          </a:xfrm>
        </p:spPr>
      </p:sp>
    </p:spTree>
    <p:extLst>
      <p:ext uri="{BB962C8B-B14F-4D97-AF65-F5344CB8AC3E}">
        <p14:creationId xmlns:p14="http://schemas.microsoft.com/office/powerpoint/2010/main" val="2282395395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Демо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Picture Placeholder 1">
            <a:extLst>
              <a:ext uri="{FF2B5EF4-FFF2-40B4-BE49-F238E27FC236}">
                <a16:creationId xmlns:a16="http://schemas.microsoft.com/office/drawing/2014/main" id="{2E6A2544-8689-48EB-9658-2D1DE4E48784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5009872" y="1235915"/>
            <a:ext cx="2172255" cy="4602697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130" name="Текст 35">
            <a:extLst>
              <a:ext uri="{FF2B5EF4-FFF2-40B4-BE49-F238E27FC236}">
                <a16:creationId xmlns:a16="http://schemas.microsoft.com/office/drawing/2014/main" id="{34F2EADD-49A3-44E7-AC8B-D07BF1B4F1A8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356349" y="1641283"/>
            <a:ext cx="3812931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1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6" name="Текст 35">
            <a:extLst>
              <a:ext uri="{FF2B5EF4-FFF2-40B4-BE49-F238E27FC236}">
                <a16:creationId xmlns:a16="http://schemas.microsoft.com/office/drawing/2014/main" id="{15551546-3EE0-4A54-9DEE-1E9FEBF43B2F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356349" y="2020820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7" name="Текст 35">
            <a:extLst>
              <a:ext uri="{FF2B5EF4-FFF2-40B4-BE49-F238E27FC236}">
                <a16:creationId xmlns:a16="http://schemas.microsoft.com/office/drawing/2014/main" id="{9D9ADB6F-AC53-4034-92EE-80435562B80A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8040021" y="1641283"/>
            <a:ext cx="3812931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5">
                    <a:lumMod val="20000"/>
                    <a:lumOff val="80000"/>
                  </a:schemeClr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8" name="Текст 35">
            <a:extLst>
              <a:ext uri="{FF2B5EF4-FFF2-40B4-BE49-F238E27FC236}">
                <a16:creationId xmlns:a16="http://schemas.microsoft.com/office/drawing/2014/main" id="{EAB22390-1508-4419-B1B3-375A734DF0EE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8040021" y="2020820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9" name="Текст 35">
            <a:extLst>
              <a:ext uri="{FF2B5EF4-FFF2-40B4-BE49-F238E27FC236}">
                <a16:creationId xmlns:a16="http://schemas.microsoft.com/office/drawing/2014/main" id="{FF699DD2-8E32-4C98-8444-90139EB2FDC6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356349" y="3864598"/>
            <a:ext cx="3812931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4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50" name="Текст 35">
            <a:extLst>
              <a:ext uri="{FF2B5EF4-FFF2-40B4-BE49-F238E27FC236}">
                <a16:creationId xmlns:a16="http://schemas.microsoft.com/office/drawing/2014/main" id="{6496F1D2-4B4B-412C-B228-1C27099F20D3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356349" y="4244135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51" name="Текст 35">
            <a:extLst>
              <a:ext uri="{FF2B5EF4-FFF2-40B4-BE49-F238E27FC236}">
                <a16:creationId xmlns:a16="http://schemas.microsoft.com/office/drawing/2014/main" id="{55E268D8-B309-4AA0-8E1B-30DF4A867252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8040021" y="3864598"/>
            <a:ext cx="3812931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52" name="Текст 35">
            <a:extLst>
              <a:ext uri="{FF2B5EF4-FFF2-40B4-BE49-F238E27FC236}">
                <a16:creationId xmlns:a16="http://schemas.microsoft.com/office/drawing/2014/main" id="{E6797EA4-A26A-41BA-A1AB-8E1F9B9574DE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8040021" y="4244135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cxnSp>
        <p:nvCxnSpPr>
          <p:cNvPr id="168" name="Google Shape;2799;p94">
            <a:extLst>
              <a:ext uri="{FF2B5EF4-FFF2-40B4-BE49-F238E27FC236}">
                <a16:creationId xmlns:a16="http://schemas.microsoft.com/office/drawing/2014/main" id="{FA0271FA-A51F-4387-9143-29364B78BFC3}"/>
              </a:ext>
            </a:extLst>
          </p:cNvPr>
          <p:cNvCxnSpPr>
            <a:cxnSpLocks/>
          </p:cNvCxnSpPr>
          <p:nvPr userDrawn="1"/>
        </p:nvCxnSpPr>
        <p:spPr>
          <a:xfrm>
            <a:off x="4244694" y="1870413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69" name="Google Shape;2799;p94">
            <a:extLst>
              <a:ext uri="{FF2B5EF4-FFF2-40B4-BE49-F238E27FC236}">
                <a16:creationId xmlns:a16="http://schemas.microsoft.com/office/drawing/2014/main" id="{83B50154-F03F-4297-B4A8-C77D1687B8DA}"/>
              </a:ext>
            </a:extLst>
          </p:cNvPr>
          <p:cNvCxnSpPr>
            <a:cxnSpLocks/>
          </p:cNvCxnSpPr>
          <p:nvPr userDrawn="1"/>
        </p:nvCxnSpPr>
        <p:spPr>
          <a:xfrm>
            <a:off x="4244694" y="4094630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70" name="Google Shape;2799;p94">
            <a:extLst>
              <a:ext uri="{FF2B5EF4-FFF2-40B4-BE49-F238E27FC236}">
                <a16:creationId xmlns:a16="http://schemas.microsoft.com/office/drawing/2014/main" id="{89D0D73E-B609-4208-BFA6-94ED3BC232A9}"/>
              </a:ext>
            </a:extLst>
          </p:cNvPr>
          <p:cNvCxnSpPr>
            <a:cxnSpLocks/>
          </p:cNvCxnSpPr>
          <p:nvPr userDrawn="1"/>
        </p:nvCxnSpPr>
        <p:spPr>
          <a:xfrm>
            <a:off x="7250583" y="1870413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5">
                <a:lumMod val="20000"/>
                <a:lumOff val="80000"/>
              </a:schemeClr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71" name="Google Shape;2799;p94">
            <a:extLst>
              <a:ext uri="{FF2B5EF4-FFF2-40B4-BE49-F238E27FC236}">
                <a16:creationId xmlns:a16="http://schemas.microsoft.com/office/drawing/2014/main" id="{1DD03E5E-FCF0-4EC5-BA97-518950F7A41C}"/>
              </a:ext>
            </a:extLst>
          </p:cNvPr>
          <p:cNvCxnSpPr>
            <a:cxnSpLocks/>
          </p:cNvCxnSpPr>
          <p:nvPr userDrawn="1"/>
        </p:nvCxnSpPr>
        <p:spPr>
          <a:xfrm>
            <a:off x="7250583" y="4094630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3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4" name="Заголовок 3">
            <a:extLst>
              <a:ext uri="{FF2B5EF4-FFF2-40B4-BE49-F238E27FC236}">
                <a16:creationId xmlns:a16="http://schemas.microsoft.com/office/drawing/2014/main" id="{A19765B8-4F24-5E1F-432E-F592BFAF73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9" name="Дата 8">
            <a:extLst>
              <a:ext uri="{FF2B5EF4-FFF2-40B4-BE49-F238E27FC236}">
                <a16:creationId xmlns:a16="http://schemas.microsoft.com/office/drawing/2014/main" id="{E19B813A-8796-C89A-4669-BFA5CA98F24A}"/>
              </a:ext>
            </a:extLst>
          </p:cNvPr>
          <p:cNvSpPr>
            <a:spLocks noGrp="1"/>
          </p:cNvSpPr>
          <p:nvPr>
            <p:ph type="dt" sz="half" idx="28"/>
          </p:nvPr>
        </p:nvSpPr>
        <p:spPr/>
        <p:txBody>
          <a:bodyPr/>
          <a:lstStyle/>
          <a:p>
            <a:fld id="{9D490EE5-ED7D-46E8-8345-A78A0CB0F4A4}" type="datetime1">
              <a:rPr lang="ru-RU" smtClean="0"/>
              <a:t>14.09.2026</a:t>
            </a:fld>
            <a:endParaRPr lang="ru-RU"/>
          </a:p>
        </p:txBody>
      </p:sp>
      <p:sp>
        <p:nvSpPr>
          <p:cNvPr id="10" name="Нижний колонтитул 9">
            <a:extLst>
              <a:ext uri="{FF2B5EF4-FFF2-40B4-BE49-F238E27FC236}">
                <a16:creationId xmlns:a16="http://schemas.microsoft.com/office/drawing/2014/main" id="{2648A9B9-3888-6E59-EA1C-76276C4EE93D}"/>
              </a:ext>
            </a:extLst>
          </p:cNvPr>
          <p:cNvSpPr>
            <a:spLocks noGrp="1"/>
          </p:cNvSpPr>
          <p:nvPr>
            <p:ph type="ftr" sz="quarter" idx="29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11" name="Номер слайда 10">
            <a:extLst>
              <a:ext uri="{FF2B5EF4-FFF2-40B4-BE49-F238E27FC236}">
                <a16:creationId xmlns:a16="http://schemas.microsoft.com/office/drawing/2014/main" id="{0E2B1EF5-F5AA-C72A-5C4D-8EE372388A4E}"/>
              </a:ext>
            </a:extLst>
          </p:cNvPr>
          <p:cNvSpPr>
            <a:spLocks noGrp="1"/>
          </p:cNvSpPr>
          <p:nvPr>
            <p:ph type="sldNum" sz="quarter" idx="30"/>
          </p:nvPr>
        </p:nvSpPr>
        <p:spPr/>
        <p:txBody>
          <a:bodyPr/>
          <a:lstStyle/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246419723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Демо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Picture Placeholder 1">
            <a:extLst>
              <a:ext uri="{FF2B5EF4-FFF2-40B4-BE49-F238E27FC236}">
                <a16:creationId xmlns:a16="http://schemas.microsoft.com/office/drawing/2014/main" id="{2E6A2544-8689-48EB-9658-2D1DE4E48784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1001460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75" name="Picture Placeholder 1">
            <a:extLst>
              <a:ext uri="{FF2B5EF4-FFF2-40B4-BE49-F238E27FC236}">
                <a16:creationId xmlns:a16="http://schemas.microsoft.com/office/drawing/2014/main" id="{5F8A3887-CB84-43EA-BFC4-CD93F421C5F2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3831097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102" name="Picture Placeholder 1">
            <a:extLst>
              <a:ext uri="{FF2B5EF4-FFF2-40B4-BE49-F238E27FC236}">
                <a16:creationId xmlns:a16="http://schemas.microsoft.com/office/drawing/2014/main" id="{E009EEBC-6069-4389-9953-A05FCC07FDF9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6660734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171" name="Picture Placeholder 1">
            <a:extLst>
              <a:ext uri="{FF2B5EF4-FFF2-40B4-BE49-F238E27FC236}">
                <a16:creationId xmlns:a16="http://schemas.microsoft.com/office/drawing/2014/main" id="{16E9D3D5-A966-4770-89F5-48C9F92735FE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9490368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DC8C16AD-D907-4463-BE30-FCBB33ACAE3F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97" name="Текст 7">
            <a:extLst>
              <a:ext uri="{FF2B5EF4-FFF2-40B4-BE49-F238E27FC236}">
                <a16:creationId xmlns:a16="http://schemas.microsoft.com/office/drawing/2014/main" id="{B3D45624-8EA3-4B52-B030-A364BB470CC4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346076" y="4929435"/>
            <a:ext cx="2739248" cy="127134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198" name="Текст 7">
            <a:extLst>
              <a:ext uri="{FF2B5EF4-FFF2-40B4-BE49-F238E27FC236}">
                <a16:creationId xmlns:a16="http://schemas.microsoft.com/office/drawing/2014/main" id="{CA86BD45-703D-484A-9D4A-1FEA90A4808F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3269562" y="4929435"/>
            <a:ext cx="2739248" cy="127134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199" name="Текст 7">
            <a:extLst>
              <a:ext uri="{FF2B5EF4-FFF2-40B4-BE49-F238E27FC236}">
                <a16:creationId xmlns:a16="http://schemas.microsoft.com/office/drawing/2014/main" id="{0FE3D94F-B533-4C0D-9E9B-72F06706305C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6193048" y="4929435"/>
            <a:ext cx="2739248" cy="127134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200" name="Текст 7">
            <a:extLst>
              <a:ext uri="{FF2B5EF4-FFF2-40B4-BE49-F238E27FC236}">
                <a16:creationId xmlns:a16="http://schemas.microsoft.com/office/drawing/2014/main" id="{0C4A1F6E-BDC1-410D-A748-7E90C2221ED1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9116535" y="4929435"/>
            <a:ext cx="2739248" cy="127134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008DEFE-D4AF-4461-AEAA-AABBFA1473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3218645854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Пусто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17695031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slideLayout" Target="../slideLayouts/slideLayout22.xml"/><Relationship Id="rId23" Type="http://schemas.openxmlformats.org/officeDocument/2006/relationships/slideLayout" Target="../slideLayouts/slideLayout23.xml"/><Relationship Id="rId24" Type="http://schemas.openxmlformats.org/officeDocument/2006/relationships/theme" Target="../theme/theme1.xml"/><Relationship Id="rId25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5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2BCE23A-38F1-44E4-8D99-E9CD24A3AF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36EAD268-7E0C-4473-BF2C-A75921B98BC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15392" y="1016177"/>
            <a:ext cx="11561229" cy="516079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 dirty="0"/>
              <a:t>Образец текста</a:t>
            </a:r>
          </a:p>
          <a:p>
            <a:pPr lvl="1"/>
            <a:r>
              <a:rPr lang="ru-RU" dirty="0"/>
              <a:t>Второй уровень</a:t>
            </a:r>
          </a:p>
          <a:p>
            <a:pPr lvl="2"/>
            <a:r>
              <a:rPr lang="ru-RU" dirty="0"/>
              <a:t>Третий уровень</a:t>
            </a:r>
          </a:p>
          <a:p>
            <a:pPr lvl="3"/>
            <a:r>
              <a:rPr lang="ru-RU" dirty="0"/>
              <a:t>Четвертый уровень</a:t>
            </a:r>
          </a:p>
          <a:p>
            <a:pPr lvl="4"/>
            <a:r>
              <a:rPr lang="ru-RU" dirty="0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D905FB47-C828-44E8-81A6-7D70F28691C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9D490EE5-ED7D-46E8-8345-A78A0CB0F4A4}" type="datetime1">
              <a:rPr lang="ru-RU" smtClean="0"/>
              <a:t>14.09.2026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738C8EAA-BD95-4729-8C84-AB6D45F44AA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15" name="Номер слайда 5">
            <a:extLst>
              <a:ext uri="{FF2B5EF4-FFF2-40B4-BE49-F238E27FC236}">
                <a16:creationId xmlns:a16="http://schemas.microsoft.com/office/drawing/2014/main" id="{797EBB71-A16C-4900-8120-78386F05C8E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4261527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704" r:id="rId2"/>
    <p:sldLayoutId id="2147483694" r:id="rId3"/>
    <p:sldLayoutId id="2147483688" r:id="rId4"/>
    <p:sldLayoutId id="2147483662" r:id="rId5"/>
    <p:sldLayoutId id="2147483663" r:id="rId6"/>
    <p:sldLayoutId id="2147483664" r:id="rId7"/>
    <p:sldLayoutId id="2147483666" r:id="rId8"/>
    <p:sldLayoutId id="2147483667" r:id="rId9"/>
    <p:sldLayoutId id="2147483668" r:id="rId10"/>
    <p:sldLayoutId id="2147483689" r:id="rId11"/>
    <p:sldLayoutId id="2147483690" r:id="rId12"/>
    <p:sldLayoutId id="2147483702" r:id="rId13"/>
    <p:sldLayoutId id="2147483691" r:id="rId14"/>
    <p:sldLayoutId id="2147483692" r:id="rId15"/>
    <p:sldLayoutId id="2147483693" r:id="rId16"/>
    <p:sldLayoutId id="2147483696" r:id="rId17"/>
    <p:sldLayoutId id="2147483697" r:id="rId18"/>
    <p:sldLayoutId id="2147483698" r:id="rId19"/>
    <p:sldLayoutId id="2147483699" r:id="rId20"/>
    <p:sldLayoutId id="2147483700" r:id="rId21"/>
    <p:sldLayoutId id="2147483701" r:id="rId22"/>
    <p:sldLayoutId id="2147483703" r:id="rId23"/>
  </p:sldLayoutIdLst>
  <p:hf hdr="0" ftr="0" dt="0"/>
  <p:txStyles>
    <p:titleStyle>
      <a:lvl1pPr algn="l" defTabSz="578755" rtl="0" eaLnBrk="1" latinLnBrk="0" hangingPunct="1">
        <a:lnSpc>
          <a:spcPct val="90000"/>
        </a:lnSpc>
        <a:spcBef>
          <a:spcPct val="0"/>
        </a:spcBef>
        <a:buNone/>
        <a:defRPr sz="1997" b="1" kern="1200">
          <a:solidFill>
            <a:schemeClr val="bg1">
              <a:lumMod val="95000"/>
            </a:schemeClr>
          </a:solidFill>
          <a:latin typeface="+mj-lt"/>
          <a:ea typeface="+mj-ea"/>
          <a:cs typeface="Amatic SC" panose="00000500000000000000" pitchFamily="2" charset="-79"/>
        </a:defRPr>
      </a:lvl1pPr>
    </p:titleStyle>
    <p:bodyStyle>
      <a:lvl1pPr marL="144688" indent="-144688" algn="l" defTabSz="578755" rtl="0" eaLnBrk="1" latinLnBrk="0" hangingPunct="1">
        <a:lnSpc>
          <a:spcPct val="90000"/>
        </a:lnSpc>
        <a:spcBef>
          <a:spcPts val="631"/>
        </a:spcBef>
        <a:buFont typeface="Arial" panose="020B0604020202020204" pitchFamily="34" charset="0"/>
        <a:buChar char="•"/>
        <a:defRPr sz="1452" kern="12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1pPr>
      <a:lvl2pPr marL="434067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1271" kern="12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2pPr>
      <a:lvl3pPr marL="723445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997" kern="12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3pPr>
      <a:lvl4pPr marL="1012822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907" kern="12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4pPr>
      <a:lvl5pPr marL="1302200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907" kern="12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5pPr>
      <a:lvl6pPr marL="1591576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1141" kern="1200">
          <a:solidFill>
            <a:schemeClr val="tx1"/>
          </a:solidFill>
          <a:latin typeface="+mn-lt"/>
          <a:ea typeface="+mn-ea"/>
          <a:cs typeface="+mn-cs"/>
        </a:defRPr>
      </a:lvl6pPr>
      <a:lvl7pPr marL="1880955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1141" kern="1200">
          <a:solidFill>
            <a:schemeClr val="tx1"/>
          </a:solidFill>
          <a:latin typeface="+mn-lt"/>
          <a:ea typeface="+mn-ea"/>
          <a:cs typeface="+mn-cs"/>
        </a:defRPr>
      </a:lvl7pPr>
      <a:lvl8pPr marL="2170334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1141" kern="1200">
          <a:solidFill>
            <a:schemeClr val="tx1"/>
          </a:solidFill>
          <a:latin typeface="+mn-lt"/>
          <a:ea typeface="+mn-ea"/>
          <a:cs typeface="+mn-cs"/>
        </a:defRPr>
      </a:lvl8pPr>
      <a:lvl9pPr marL="2459712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1141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1pPr>
      <a:lvl2pPr marL="289378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2pPr>
      <a:lvl3pPr marL="578755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3pPr>
      <a:lvl4pPr marL="868132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4pPr>
      <a:lvl5pPr marL="1157510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5pPr>
      <a:lvl6pPr marL="1446887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6pPr>
      <a:lvl7pPr marL="1736266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7pPr>
      <a:lvl8pPr marL="2025644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8pPr>
      <a:lvl9pPr marL="2315021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9" orient="horz" pos="4156">
          <p15:clr>
            <a:srgbClr val="F26B43"/>
          </p15:clr>
        </p15:guide>
        <p15:guide id="20" orient="horz" pos="482">
          <p15:clr>
            <a:srgbClr val="F26B43"/>
          </p15:clr>
        </p15:guide>
        <p15:guide id="21" pos="218">
          <p15:clr>
            <a:srgbClr val="F26B43"/>
          </p15:clr>
        </p15:guide>
        <p15:guide id="22" pos="7469">
          <p15:clr>
            <a:srgbClr val="F26B43"/>
          </p15:clr>
        </p15:guide>
        <p15:guide id="23" orient="horz" pos="249">
          <p15:clr>
            <a:srgbClr val="F26B43"/>
          </p15:clr>
        </p15:guide>
        <p15:guide id="24" orient="horz" pos="4042">
          <p15:clr>
            <a:srgbClr val="F26B43"/>
          </p15:clr>
        </p15:guide>
        <p15:guide id="25" orient="horz" pos="3906">
          <p15:clr>
            <a:srgbClr val="F26B43"/>
          </p15:clr>
        </p15:guide>
        <p15:guide id="26" orient="horz" pos="640">
          <p15:clr>
            <a:srgbClr val="F26B43"/>
          </p15:clr>
        </p15:guide>
        <p15:guide id="27" pos="3840">
          <p15:clr>
            <a:srgbClr val="F26B43"/>
          </p15:clr>
        </p15:guide>
      </p15:sldGuideLst>
    </p:ext>
  </p:extLst>
</p:sldMaster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30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1.png"/></Relationships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Заголовок 2">
            <a:extLst>
              <a:ext uri="{FF2B5EF4-FFF2-40B4-BE49-F238E27FC236}">
                <a16:creationId xmlns:a16="http://schemas.microsoft.com/office/drawing/2014/main" id="{2FA84A33-0C72-0932-80BA-8E3874357B7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" y="3894513"/>
            <a:ext cx="6271845" cy="1706743"/>
          </a:xfrm>
        </p:spPr>
        <p:txBody>
          <a:bodyPr/>
          <a:lstStyle/>
          <a:p>
            <a:r>
              <a:t>‹ЗАПОЛНИТЬ› название команды</a:t>
            </a:r>
          </a:p>
        </p:txBody>
      </p:sp>
      <p:sp>
        <p:nvSpPr>
          <p:cNvPr id="4" name="Рисунок 3">
            <a:extLst>
              <a:ext uri="{FF2B5EF4-FFF2-40B4-BE49-F238E27FC236}">
                <a16:creationId xmlns:a16="http://schemas.microsoft.com/office/drawing/2014/main" id="{F88AFFF3-DF8C-2AA0-1E6F-AEE5FC354BA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305186" y="329801"/>
            <a:ext cx="5193299" cy="1082589"/>
          </a:xfrm>
        </p:spPr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37079B28-9FB8-672E-DD52-FA978EC4A21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0" y="5659501"/>
            <a:ext cx="8930641" cy="757174"/>
          </a:xfrm>
        </p:spPr>
        <p:txBody>
          <a:bodyPr anchor="ctr"/>
          <a:lstStyle/>
          <a:p>
            <a:r>
              <a:t>«Монетка» — Департамент финансов города Москвы</a:t>
            </a:r>
          </a:p>
        </p:txBody>
      </p:sp>
      <p:sp>
        <p:nvSpPr>
          <p:cNvPr id="2" name="Скругленный прямоугольник 1">
            <a:extLst>
              <a:ext uri="{FF2B5EF4-FFF2-40B4-BE49-F238E27FC236}">
                <a16:creationId xmlns:a16="http://schemas.microsoft.com/office/drawing/2014/main" id="{42AA0FBE-CF0A-64AF-80E8-EF1996F56DB8}"/>
              </a:ext>
            </a:extLst>
          </p:cNvPr>
          <p:cNvSpPr/>
          <p:nvPr/>
        </p:nvSpPr>
        <p:spPr>
          <a:xfrm>
            <a:off x="-296709" y="-313993"/>
            <a:ext cx="6125156" cy="2285622"/>
          </a:xfrm>
          <a:prstGeom prst="roundRect">
            <a:avLst>
              <a:gd name="adj" fmla="val 9821"/>
            </a:avLst>
          </a:prstGeom>
          <a:noFill/>
          <a:ln w="9525" cap="flat" cmpd="sng" algn="ctr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8066604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13BA75DB-8EAE-769C-2B17-FF7CD6EEF6C6}"/>
              </a:ext>
            </a:extLst>
          </p:cNvPr>
          <p:cNvSpPr/>
          <p:nvPr/>
        </p:nvSpPr>
        <p:spPr>
          <a:xfrm>
            <a:off x="0" y="2971800"/>
            <a:ext cx="6456363" cy="3886200"/>
          </a:xfrm>
          <a:prstGeom prst="rect">
            <a:avLst/>
          </a:prstGeom>
          <a:solidFill>
            <a:srgbClr val="DCCEE4">
              <a:alpha val="49804"/>
            </a:srgb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dirty="0"/>
          </a:p>
        </p:txBody>
      </p:sp>
      <p:sp>
        <p:nvSpPr>
          <p:cNvPr id="2" name="Рисунок 1">
            <a:extLst>
              <a:ext uri="{FF2B5EF4-FFF2-40B4-BE49-F238E27FC236}">
                <a16:creationId xmlns:a16="http://schemas.microsoft.com/office/drawing/2014/main" id="{C7F1B208-7478-7BDA-1FDE-22C1555254C4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335267"/>
            <a:ext cx="6456363" cy="2971784"/>
          </a:xfrm>
        </p:spPr>
      </p:sp>
      <p:sp>
        <p:nvSpPr>
          <p:cNvPr id="6" name="Текст 8">
            <a:extLst>
              <a:ext uri="{FF2B5EF4-FFF2-40B4-BE49-F238E27FC236}">
                <a16:creationId xmlns:a16="http://schemas.microsoft.com/office/drawing/2014/main" id="{32D7670A-4313-AE7C-DDA9-134ADC224C94}"/>
              </a:ext>
            </a:extLst>
          </p:cNvPr>
          <p:cNvSpPr txBox="1">
            <a:spLocks/>
          </p:cNvSpPr>
          <p:nvPr/>
        </p:nvSpPr>
        <p:spPr>
          <a:xfrm>
            <a:off x="6819904" y="2303118"/>
            <a:ext cx="4945564" cy="668667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sz="1600" b="1" dirty="0">
                <a:solidFill>
                  <a:schemeClr val="accent5"/>
                </a:solidFill>
              </a:rPr>
              <a:t>Краткое описание решения:</a:t>
            </a:r>
          </a:p>
        </p:txBody>
      </p:sp>
      <p:sp>
        <p:nvSpPr>
          <p:cNvPr id="8" name="Текст 8">
            <a:extLst>
              <a:ext uri="{FF2B5EF4-FFF2-40B4-BE49-F238E27FC236}">
                <a16:creationId xmlns:a16="http://schemas.microsoft.com/office/drawing/2014/main" id="{D8A04531-793D-BF7A-34F3-615C18C06BA5}"/>
              </a:ext>
            </a:extLst>
          </p:cNvPr>
          <p:cNvSpPr txBox="1">
            <a:spLocks/>
          </p:cNvSpPr>
          <p:nvPr/>
        </p:nvSpPr>
        <p:spPr>
          <a:xfrm>
            <a:off x="6836606" y="4876070"/>
            <a:ext cx="4945565" cy="89003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Font typeface="Wingdings" pitchFamily="2" charset="2"/>
              <a:buNone/>
            </a:pPr>
            <a:r>
              <a:rPr lang="ru-RU" dirty="0" sz="1000">
                <a:solidFill>
                  <a:schemeClr val="tx1"/>
                </a:solidFill>
              </a:rPr>
              <a:t>Каждое решение объясняется словами, а не баллами. Объяснение выбирает модель, но при её отказе или ответе дольше 50 мс работает правило — приложение полноценно и без сети, и без ML. Экономику игры модели не трогают: цены и доход одинаковы для всех. Персональные данные детей не собираются — это проверяет код.</a:t>
            </a:r>
          </a:p>
        </p:txBody>
      </p:sp>
      <p:sp>
        <p:nvSpPr>
          <p:cNvPr id="14" name="Текст 8">
            <a:extLst>
              <a:ext uri="{FF2B5EF4-FFF2-40B4-BE49-F238E27FC236}">
                <a16:creationId xmlns:a16="http://schemas.microsoft.com/office/drawing/2014/main" id="{A66B04C6-E9BA-5BA2-7A5C-84468D491C57}"/>
              </a:ext>
            </a:extLst>
          </p:cNvPr>
          <p:cNvSpPr txBox="1">
            <a:spLocks/>
          </p:cNvSpPr>
          <p:nvPr/>
        </p:nvSpPr>
        <p:spPr>
          <a:xfrm>
            <a:off x="334962" y="3883009"/>
            <a:ext cx="5629858" cy="2399033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b="1" dirty="0">
                <a:solidFill>
                  <a:schemeClr val="tx1"/>
                </a:solidFill>
              </a:rPr>
              <a:t>Капитан: ‹ЗАПОЛНИТЬ› ФИО, специальность</a:t>
            </a:r>
          </a:p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b="1" dirty="0">
                <a:solidFill>
                  <a:schemeClr val="tx1"/>
                </a:solidFill>
              </a:rPr>
              <a:t>Кол-во участников: ‹ЗАПОЛНИТЬ› сколько</a:t>
            </a:r>
          </a:p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b="1" dirty="0">
                <a:solidFill>
                  <a:schemeClr val="tx1"/>
                </a:solidFill>
              </a:rPr>
              <a:t>Краткое описание: ‹ЗАПОЛНИТЬ› как собрались, где учитесь или работаете</a:t>
            </a:r>
          </a:p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b="1" dirty="0">
                <a:solidFill>
                  <a:schemeClr val="tx1"/>
                </a:solidFill>
              </a:rPr>
              <a:t>Город и регион: ‹ЗАПОЛНИТЬ› город, регион</a:t>
            </a:r>
          </a:p>
        </p:txBody>
      </p:sp>
      <p:sp>
        <p:nvSpPr>
          <p:cNvPr id="15" name="Текст 8">
            <a:extLst>
              <a:ext uri="{FF2B5EF4-FFF2-40B4-BE49-F238E27FC236}">
                <a16:creationId xmlns:a16="http://schemas.microsoft.com/office/drawing/2014/main" id="{835E7A1E-FFEA-1C2F-65E6-56769FEFB842}"/>
              </a:ext>
            </a:extLst>
          </p:cNvPr>
          <p:cNvSpPr txBox="1">
            <a:spLocks/>
          </p:cNvSpPr>
          <p:nvPr/>
        </p:nvSpPr>
        <p:spPr>
          <a:xfrm>
            <a:off x="334962" y="3484785"/>
            <a:ext cx="2990173" cy="353935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sz="1600" b="1" dirty="0">
                <a:solidFill>
                  <a:schemeClr val="accent5"/>
                </a:solidFill>
              </a:rPr>
              <a:t>О команде</a:t>
            </a:r>
          </a:p>
        </p:txBody>
      </p:sp>
      <p:sp>
        <p:nvSpPr>
          <p:cNvPr id="18" name="Заголовок 6">
            <a:extLst>
              <a:ext uri="{FF2B5EF4-FFF2-40B4-BE49-F238E27FC236}">
                <a16:creationId xmlns:a16="http://schemas.microsoft.com/office/drawing/2014/main" id="{7CB04CCE-DD7B-2901-A280-8E4E079451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19903" y="1039236"/>
            <a:ext cx="3636703" cy="1015128"/>
          </a:xfrm>
        </p:spPr>
        <p:txBody>
          <a:bodyPr/>
          <a:lstStyle/>
          <a:p>
            <a:r>
              <a:t>О ПРОЕКТЕ</a:t>
            </a:r>
          </a:p>
        </p:txBody>
      </p:sp>
      <p:cxnSp>
        <p:nvCxnSpPr>
          <p:cNvPr id="7" name="Прямая соединительная линия 6">
            <a:extLst>
              <a:ext uri="{FF2B5EF4-FFF2-40B4-BE49-F238E27FC236}">
                <a16:creationId xmlns:a16="http://schemas.microsoft.com/office/drawing/2014/main" id="{7C7CCC6C-58F8-0E63-53E4-87AE6D59DD62}"/>
              </a:ext>
            </a:extLst>
          </p:cNvPr>
          <p:cNvCxnSpPr>
            <a:cxnSpLocks/>
          </p:cNvCxnSpPr>
          <p:nvPr/>
        </p:nvCxnSpPr>
        <p:spPr>
          <a:xfrm>
            <a:off x="6880774" y="2240031"/>
            <a:ext cx="4884824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6" name="Прямая соединительная линия 15">
            <a:extLst>
              <a:ext uri="{FF2B5EF4-FFF2-40B4-BE49-F238E27FC236}">
                <a16:creationId xmlns:a16="http://schemas.microsoft.com/office/drawing/2014/main" id="{1B3B23E2-26F4-92D2-2DA4-7A9B6B8237E1}"/>
              </a:ext>
            </a:extLst>
          </p:cNvPr>
          <p:cNvCxnSpPr>
            <a:cxnSpLocks/>
          </p:cNvCxnSpPr>
          <p:nvPr/>
        </p:nvCxnSpPr>
        <p:spPr>
          <a:xfrm>
            <a:off x="6897347" y="4437879"/>
            <a:ext cx="4884824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7" name="Прямая соединительная линия 16">
            <a:extLst>
              <a:ext uri="{FF2B5EF4-FFF2-40B4-BE49-F238E27FC236}">
                <a16:creationId xmlns:a16="http://schemas.microsoft.com/office/drawing/2014/main" id="{0C8347DC-DEA9-7C56-5C73-FA89FB55D49D}"/>
              </a:ext>
            </a:extLst>
          </p:cNvPr>
          <p:cNvCxnSpPr>
            <a:cxnSpLocks/>
          </p:cNvCxnSpPr>
          <p:nvPr/>
        </p:nvCxnSpPr>
        <p:spPr>
          <a:xfrm>
            <a:off x="395833" y="3448639"/>
            <a:ext cx="5700167" cy="0"/>
          </a:xfrm>
          <a:prstGeom prst="line">
            <a:avLst/>
          </a:prstGeom>
          <a:ln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4" name="Текст 8">
            <a:extLst>
              <a:ext uri="{FF2B5EF4-FFF2-40B4-BE49-F238E27FC236}">
                <a16:creationId xmlns:a16="http://schemas.microsoft.com/office/drawing/2014/main" id="{D556F1CE-69ED-AE0F-D388-9032B66CC535}"/>
              </a:ext>
            </a:extLst>
          </p:cNvPr>
          <p:cNvSpPr txBox="1">
            <a:spLocks/>
          </p:cNvSpPr>
          <p:nvPr/>
        </p:nvSpPr>
        <p:spPr>
          <a:xfrm>
            <a:off x="6819904" y="4541737"/>
            <a:ext cx="4945564" cy="668667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sz="1600" b="1" dirty="0">
                <a:solidFill>
                  <a:schemeClr val="accent5"/>
                </a:solidFill>
              </a:rPr>
              <a:t>Уникальность решения:</a:t>
            </a:r>
          </a:p>
        </p:txBody>
      </p:sp>
      <p:sp>
        <p:nvSpPr>
          <p:cNvPr id="5" name="Текст 8">
            <a:extLst>
              <a:ext uri="{FF2B5EF4-FFF2-40B4-BE49-F238E27FC236}">
                <a16:creationId xmlns:a16="http://schemas.microsoft.com/office/drawing/2014/main" id="{6811D897-A2AE-AA09-747E-1B90C43B5420}"/>
              </a:ext>
            </a:extLst>
          </p:cNvPr>
          <p:cNvSpPr txBox="1">
            <a:spLocks/>
          </p:cNvSpPr>
          <p:nvPr/>
        </p:nvSpPr>
        <p:spPr>
          <a:xfrm>
            <a:off x="6808027" y="2619903"/>
            <a:ext cx="4945565" cy="89003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Font typeface="Wingdings" pitchFamily="2" charset="2"/>
              <a:buNone/>
            </a:pPr>
            <a:r>
              <a:rPr lang="ru-RU" dirty="0" sz="1000">
                <a:solidFill>
                  <a:schemeClr val="tx1"/>
                </a:solidFill>
              </a:rPr>
              <a:t>Приложение для детей 7–11 лет: ребёнок получает доход, делит его между обязательным, желаемым и накоплениями, покупает в каталоге и копит на цель. Котик отражает качество решений — последствие видно сразу. Взрослый видит прогресс отдельно. Основной цикл работает офлайн, без сервера.</a:t>
            </a:r>
          </a:p>
        </p:txBody>
      </p:sp>
      <p:sp>
        <p:nvSpPr>
          <p:cNvPr id="10" name="Номер слайда 35">
            <a:extLst>
              <a:ext uri="{FF2B5EF4-FFF2-40B4-BE49-F238E27FC236}">
                <a16:creationId xmlns:a16="http://schemas.microsoft.com/office/drawing/2014/main" id="{75D9ACE7-3A6B-03B3-9BA4-502350CBAA74}"/>
              </a:ext>
            </a:extLst>
          </p:cNvPr>
          <p:cNvSpPr txBox="1">
            <a:spLocks/>
          </p:cNvSpPr>
          <p:nvPr/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/>
          <a:lstStyle>
            <a:defPPr>
              <a:defRPr lang="ru-RU"/>
            </a:defPPr>
            <a:lvl1pPr marL="0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110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220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329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439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5549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2658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199765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6877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353977894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9AC977F-019F-1EBC-A1EC-CEAA645B59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Скругленный прямоугольник 55">
            <a:extLst>
              <a:ext uri="{FF2B5EF4-FFF2-40B4-BE49-F238E27FC236}">
                <a16:creationId xmlns:a16="http://schemas.microsoft.com/office/drawing/2014/main" id="{635392F3-78F4-5585-E25E-CDBEA7E9F10C}"/>
              </a:ext>
            </a:extLst>
          </p:cNvPr>
          <p:cNvSpPr/>
          <p:nvPr/>
        </p:nvSpPr>
        <p:spPr>
          <a:xfrm>
            <a:off x="2651394" y="1522006"/>
            <a:ext cx="2192713" cy="4834352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57" name="Текст 8">
            <a:extLst>
              <a:ext uri="{FF2B5EF4-FFF2-40B4-BE49-F238E27FC236}">
                <a16:creationId xmlns:a16="http://schemas.microsoft.com/office/drawing/2014/main" id="{9398668D-F141-1433-7B1B-1518BC470E30}"/>
              </a:ext>
            </a:extLst>
          </p:cNvPr>
          <p:cNvSpPr txBox="1">
            <a:spLocks/>
          </p:cNvSpPr>
          <p:nvPr/>
        </p:nvSpPr>
        <p:spPr>
          <a:xfrm>
            <a:off x="2823678" y="4250028"/>
            <a:ext cx="1894354" cy="162461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200">
                <a:solidFill>
                  <a:schemeClr val="tx1"/>
                </a:solidFill>
              </a:rPr>
              <a:t>‹ЗАПОЛНИТЬ› роль в команде</a:t>
            </a:r>
          </a:p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200">
                <a:solidFill>
                  <a:schemeClr val="tx1"/>
                </a:solidFill>
              </a:rPr>
              <a:t>‹ЗАПОЛНИТЬ› ник в мессенджере</a:t>
            </a:r>
          </a:p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200">
                <a:solidFill>
                  <a:schemeClr val="tx1"/>
                </a:solidFill>
              </a:rPr>
              <a:t>‹ЗАПОЛНИТЬ› номер телефона</a:t>
            </a:r>
          </a:p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200">
                <a:solidFill>
                  <a:schemeClr val="tx1"/>
                </a:solidFill>
              </a:rPr>
              <a:t>‹ЗАПОЛНИТЬ› место работы/учёбы</a:t>
            </a:r>
          </a:p>
        </p:txBody>
      </p:sp>
      <p:sp>
        <p:nvSpPr>
          <p:cNvPr id="58" name="Текст 8">
            <a:extLst>
              <a:ext uri="{FF2B5EF4-FFF2-40B4-BE49-F238E27FC236}">
                <a16:creationId xmlns:a16="http://schemas.microsoft.com/office/drawing/2014/main" id="{8D1E397B-73F6-7777-9CD1-12E43986247F}"/>
              </a:ext>
            </a:extLst>
          </p:cNvPr>
          <p:cNvSpPr txBox="1">
            <a:spLocks/>
          </p:cNvSpPr>
          <p:nvPr/>
        </p:nvSpPr>
        <p:spPr>
          <a:xfrm>
            <a:off x="2823677" y="3622118"/>
            <a:ext cx="1722566" cy="62791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ru-RU" sz="1600" b="1" dirty="0">
                <a:solidFill>
                  <a:schemeClr val="accent5"/>
                </a:solidFill>
              </a:rPr>
              <a:t>‹ЗАПОЛНИТЬ› Имя Фамилия</a:t>
            </a:r>
          </a:p>
        </p:txBody>
      </p:sp>
      <p:sp>
        <p:nvSpPr>
          <p:cNvPr id="59" name="Скругленный прямоугольник 58">
            <a:extLst>
              <a:ext uri="{FF2B5EF4-FFF2-40B4-BE49-F238E27FC236}">
                <a16:creationId xmlns:a16="http://schemas.microsoft.com/office/drawing/2014/main" id="{0F406257-4D6A-D88A-21D7-91882F262CF5}"/>
              </a:ext>
            </a:extLst>
          </p:cNvPr>
          <p:cNvSpPr/>
          <p:nvPr/>
        </p:nvSpPr>
        <p:spPr>
          <a:xfrm>
            <a:off x="4956712" y="1522006"/>
            <a:ext cx="2192713" cy="4834352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60" name="Текст 8">
            <a:extLst>
              <a:ext uri="{FF2B5EF4-FFF2-40B4-BE49-F238E27FC236}">
                <a16:creationId xmlns:a16="http://schemas.microsoft.com/office/drawing/2014/main" id="{44C1868D-BA5E-04C0-2882-2494450EF9D6}"/>
              </a:ext>
            </a:extLst>
          </p:cNvPr>
          <p:cNvSpPr txBox="1">
            <a:spLocks/>
          </p:cNvSpPr>
          <p:nvPr/>
        </p:nvSpPr>
        <p:spPr>
          <a:xfrm>
            <a:off x="5128996" y="4250028"/>
            <a:ext cx="1894354" cy="162461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200">
                <a:solidFill>
                  <a:schemeClr val="tx1"/>
                </a:solidFill>
              </a:rPr>
              <a:t>‹ЗАПОЛНИТЬ› роль в команде</a:t>
            </a:r>
          </a:p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200">
                <a:solidFill>
                  <a:schemeClr val="tx1"/>
                </a:solidFill>
              </a:rPr>
              <a:t>‹ЗАПОЛНИТЬ› ник в мессенджере</a:t>
            </a:r>
          </a:p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200">
                <a:solidFill>
                  <a:schemeClr val="tx1"/>
                </a:solidFill>
              </a:rPr>
              <a:t>‹ЗАПОЛНИТЬ› номер телефона</a:t>
            </a:r>
          </a:p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200">
                <a:solidFill>
                  <a:schemeClr val="tx1"/>
                </a:solidFill>
              </a:rPr>
              <a:t>‹ЗАПОЛНИТЬ› место работы/учёбы</a:t>
            </a:r>
          </a:p>
        </p:txBody>
      </p:sp>
      <p:sp>
        <p:nvSpPr>
          <p:cNvPr id="61" name="Текст 8">
            <a:extLst>
              <a:ext uri="{FF2B5EF4-FFF2-40B4-BE49-F238E27FC236}">
                <a16:creationId xmlns:a16="http://schemas.microsoft.com/office/drawing/2014/main" id="{1A52C52A-3120-DA42-507D-5AE477E99E60}"/>
              </a:ext>
            </a:extLst>
          </p:cNvPr>
          <p:cNvSpPr txBox="1">
            <a:spLocks/>
          </p:cNvSpPr>
          <p:nvPr/>
        </p:nvSpPr>
        <p:spPr>
          <a:xfrm>
            <a:off x="5128995" y="3622118"/>
            <a:ext cx="1722566" cy="62791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ru-RU" sz="1600" b="1" dirty="0">
                <a:solidFill>
                  <a:schemeClr val="accent5"/>
                </a:solidFill>
              </a:rPr>
              <a:t>‹ЗАПОЛНИТЬ› Имя Фамилия</a:t>
            </a:r>
          </a:p>
        </p:txBody>
      </p:sp>
      <p:sp>
        <p:nvSpPr>
          <p:cNvPr id="62" name="Скругленный прямоугольник 61">
            <a:extLst>
              <a:ext uri="{FF2B5EF4-FFF2-40B4-BE49-F238E27FC236}">
                <a16:creationId xmlns:a16="http://schemas.microsoft.com/office/drawing/2014/main" id="{D1FBCE3B-1D71-DB46-9E48-C63F3ADD4968}"/>
              </a:ext>
            </a:extLst>
          </p:cNvPr>
          <p:cNvSpPr/>
          <p:nvPr/>
        </p:nvSpPr>
        <p:spPr>
          <a:xfrm>
            <a:off x="7262031" y="1522006"/>
            <a:ext cx="2192713" cy="4834352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63" name="Текст 8">
            <a:extLst>
              <a:ext uri="{FF2B5EF4-FFF2-40B4-BE49-F238E27FC236}">
                <a16:creationId xmlns:a16="http://schemas.microsoft.com/office/drawing/2014/main" id="{CB4F394B-14E6-36F0-A4B2-EFA5843E9DB6}"/>
              </a:ext>
            </a:extLst>
          </p:cNvPr>
          <p:cNvSpPr txBox="1">
            <a:spLocks/>
          </p:cNvSpPr>
          <p:nvPr/>
        </p:nvSpPr>
        <p:spPr>
          <a:xfrm>
            <a:off x="7434315" y="4250028"/>
            <a:ext cx="1894354" cy="162461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200">
                <a:solidFill>
                  <a:schemeClr val="tx1"/>
                </a:solidFill>
              </a:rPr>
              <a:t>‹ЗАПОЛНИТЬ› роль в команде</a:t>
            </a:r>
          </a:p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200">
                <a:solidFill>
                  <a:schemeClr val="tx1"/>
                </a:solidFill>
              </a:rPr>
              <a:t>‹ЗАПОЛНИТЬ› ник в мессенджере</a:t>
            </a:r>
          </a:p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200">
                <a:solidFill>
                  <a:schemeClr val="tx1"/>
                </a:solidFill>
              </a:rPr>
              <a:t>‹ЗАПОЛНИТЬ› номер телефона</a:t>
            </a:r>
          </a:p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200">
                <a:solidFill>
                  <a:schemeClr val="tx1"/>
                </a:solidFill>
              </a:rPr>
              <a:t>‹ЗАПОЛНИТЬ› место работы/учёбы</a:t>
            </a:r>
          </a:p>
        </p:txBody>
      </p:sp>
      <p:sp>
        <p:nvSpPr>
          <p:cNvPr id="64" name="Текст 8">
            <a:extLst>
              <a:ext uri="{FF2B5EF4-FFF2-40B4-BE49-F238E27FC236}">
                <a16:creationId xmlns:a16="http://schemas.microsoft.com/office/drawing/2014/main" id="{FF91B8FA-A68A-4E4D-B286-02AF30BFB771}"/>
              </a:ext>
            </a:extLst>
          </p:cNvPr>
          <p:cNvSpPr txBox="1">
            <a:spLocks/>
          </p:cNvSpPr>
          <p:nvPr/>
        </p:nvSpPr>
        <p:spPr>
          <a:xfrm>
            <a:off x="7434314" y="3622118"/>
            <a:ext cx="1722566" cy="62791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ru-RU" sz="1600" b="1" dirty="0">
                <a:solidFill>
                  <a:schemeClr val="accent5"/>
                </a:solidFill>
              </a:rPr>
              <a:t>‹ЗАПОЛНИТЬ› Имя Фамилия</a:t>
            </a:r>
          </a:p>
        </p:txBody>
      </p:sp>
      <p:sp>
        <p:nvSpPr>
          <p:cNvPr id="65" name="Скругленный прямоугольник 64">
            <a:extLst>
              <a:ext uri="{FF2B5EF4-FFF2-40B4-BE49-F238E27FC236}">
                <a16:creationId xmlns:a16="http://schemas.microsoft.com/office/drawing/2014/main" id="{603D078F-23CD-0C3A-EF6E-9FA3818E22BC}"/>
              </a:ext>
            </a:extLst>
          </p:cNvPr>
          <p:cNvSpPr/>
          <p:nvPr/>
        </p:nvSpPr>
        <p:spPr>
          <a:xfrm>
            <a:off x="9567349" y="1522006"/>
            <a:ext cx="2192713" cy="4834352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66" name="Текст 8">
            <a:extLst>
              <a:ext uri="{FF2B5EF4-FFF2-40B4-BE49-F238E27FC236}">
                <a16:creationId xmlns:a16="http://schemas.microsoft.com/office/drawing/2014/main" id="{575DCA32-E606-5EE7-1034-420DB36234D1}"/>
              </a:ext>
            </a:extLst>
          </p:cNvPr>
          <p:cNvSpPr txBox="1">
            <a:spLocks/>
          </p:cNvSpPr>
          <p:nvPr/>
        </p:nvSpPr>
        <p:spPr>
          <a:xfrm>
            <a:off x="9739633" y="4250028"/>
            <a:ext cx="1894354" cy="162461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200">
                <a:solidFill>
                  <a:schemeClr val="tx1"/>
                </a:solidFill>
              </a:rPr>
              <a:t>‹ЗАПОЛНИТЬ› роль в команде</a:t>
            </a:r>
          </a:p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200">
                <a:solidFill>
                  <a:schemeClr val="tx1"/>
                </a:solidFill>
              </a:rPr>
              <a:t>‹ЗАПОЛНИТЬ› ник в мессенджере</a:t>
            </a:r>
          </a:p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200">
                <a:solidFill>
                  <a:schemeClr val="tx1"/>
                </a:solidFill>
              </a:rPr>
              <a:t>‹ЗАПОЛНИТЬ› номер телефона</a:t>
            </a:r>
          </a:p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200">
                <a:solidFill>
                  <a:schemeClr val="tx1"/>
                </a:solidFill>
              </a:rPr>
              <a:t>‹ЗАПОЛНИТЬ› место работы/учёбы</a:t>
            </a:r>
          </a:p>
        </p:txBody>
      </p:sp>
      <p:sp>
        <p:nvSpPr>
          <p:cNvPr id="67" name="Текст 8">
            <a:extLst>
              <a:ext uri="{FF2B5EF4-FFF2-40B4-BE49-F238E27FC236}">
                <a16:creationId xmlns:a16="http://schemas.microsoft.com/office/drawing/2014/main" id="{9E3872F7-FC5C-5043-A741-AF2746714BA2}"/>
              </a:ext>
            </a:extLst>
          </p:cNvPr>
          <p:cNvSpPr txBox="1">
            <a:spLocks/>
          </p:cNvSpPr>
          <p:nvPr/>
        </p:nvSpPr>
        <p:spPr>
          <a:xfrm>
            <a:off x="9739632" y="3622118"/>
            <a:ext cx="1722566" cy="62791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ru-RU" sz="1600" b="1" dirty="0">
                <a:solidFill>
                  <a:schemeClr val="accent5"/>
                </a:solidFill>
              </a:rPr>
              <a:t>‹ЗАПОЛНИТЬ› Имя Фамилия</a:t>
            </a:r>
          </a:p>
        </p:txBody>
      </p:sp>
      <p:sp>
        <p:nvSpPr>
          <p:cNvPr id="17" name="Скругленный прямоугольник 16">
            <a:extLst>
              <a:ext uri="{FF2B5EF4-FFF2-40B4-BE49-F238E27FC236}">
                <a16:creationId xmlns:a16="http://schemas.microsoft.com/office/drawing/2014/main" id="{FC0035EA-559C-020F-D4A8-B4146A26E8E5}"/>
              </a:ext>
            </a:extLst>
          </p:cNvPr>
          <p:cNvSpPr/>
          <p:nvPr/>
        </p:nvSpPr>
        <p:spPr>
          <a:xfrm>
            <a:off x="346076" y="1522006"/>
            <a:ext cx="2192713" cy="4834352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3" name="Скругленный прямоугольник 12">
            <a:extLst>
              <a:ext uri="{FF2B5EF4-FFF2-40B4-BE49-F238E27FC236}">
                <a16:creationId xmlns:a16="http://schemas.microsoft.com/office/drawing/2014/main" id="{4F9EEB10-D234-64E3-5744-B3981F11A494}"/>
              </a:ext>
            </a:extLst>
          </p:cNvPr>
          <p:cNvSpPr/>
          <p:nvPr/>
        </p:nvSpPr>
        <p:spPr>
          <a:xfrm>
            <a:off x="346075" y="324562"/>
            <a:ext cx="3952656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8" name="Номер слайда 17">
            <a:extLst>
              <a:ext uri="{FF2B5EF4-FFF2-40B4-BE49-F238E27FC236}">
                <a16:creationId xmlns:a16="http://schemas.microsoft.com/office/drawing/2014/main" id="{ADFA4405-6EC1-3A52-92A7-2CA2130BB2B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t>3</a:t>
            </a:r>
          </a:p>
        </p:txBody>
      </p:sp>
      <p:sp>
        <p:nvSpPr>
          <p:cNvPr id="2" name="Рисунок 1">
            <a:extLst>
              <a:ext uri="{FF2B5EF4-FFF2-40B4-BE49-F238E27FC236}">
                <a16:creationId xmlns:a16="http://schemas.microsoft.com/office/drawing/2014/main" id="{4C94D4FF-301C-477D-8018-73C5CC99D49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4294967295"/>
          </p:nvPr>
        </p:nvSpPr>
        <p:spPr>
          <a:xfrm>
            <a:off x="581397" y="1816054"/>
            <a:ext cx="1722566" cy="1552901"/>
          </a:xfrm>
        </p:spPr>
      </p:sp>
      <p:sp>
        <p:nvSpPr>
          <p:cNvPr id="3" name="Рисунок 2">
            <a:extLst>
              <a:ext uri="{FF2B5EF4-FFF2-40B4-BE49-F238E27FC236}">
                <a16:creationId xmlns:a16="http://schemas.microsoft.com/office/drawing/2014/main" id="{855F75D9-2AE8-476E-3BFF-E3DD59A60081}"/>
              </a:ext>
            </a:extLst>
          </p:cNvPr>
          <p:cNvSpPr>
            <a:spLocks noGrp="1"/>
          </p:cNvSpPr>
          <p:nvPr>
            <p:ph type="pic" sz="quarter" idx="4294967295"/>
          </p:nvPr>
        </p:nvSpPr>
        <p:spPr>
          <a:xfrm>
            <a:off x="2886467" y="1826554"/>
            <a:ext cx="1722566" cy="1542401"/>
          </a:xfrm>
        </p:spPr>
      </p:sp>
      <p:sp>
        <p:nvSpPr>
          <p:cNvPr id="4" name="Рисунок 3">
            <a:extLst>
              <a:ext uri="{FF2B5EF4-FFF2-40B4-BE49-F238E27FC236}">
                <a16:creationId xmlns:a16="http://schemas.microsoft.com/office/drawing/2014/main" id="{767E99FD-70C0-A2B6-EA8E-C07EBA0B37E0}"/>
              </a:ext>
            </a:extLst>
          </p:cNvPr>
          <p:cNvSpPr>
            <a:spLocks noGrp="1"/>
          </p:cNvSpPr>
          <p:nvPr>
            <p:ph type="pic" sz="quarter" idx="4294967295"/>
          </p:nvPr>
        </p:nvSpPr>
        <p:spPr>
          <a:xfrm>
            <a:off x="5191784" y="1809238"/>
            <a:ext cx="1722567" cy="1559717"/>
          </a:xfrm>
        </p:spPr>
      </p:sp>
      <p:sp>
        <p:nvSpPr>
          <p:cNvPr id="5" name="Рисунок 4">
            <a:extLst>
              <a:ext uri="{FF2B5EF4-FFF2-40B4-BE49-F238E27FC236}">
                <a16:creationId xmlns:a16="http://schemas.microsoft.com/office/drawing/2014/main" id="{D6C4749F-7C67-9CD8-7C7C-023BB23DC622}"/>
              </a:ext>
            </a:extLst>
          </p:cNvPr>
          <p:cNvSpPr>
            <a:spLocks noGrp="1"/>
          </p:cNvSpPr>
          <p:nvPr>
            <p:ph type="pic" sz="quarter" idx="4294967295"/>
          </p:nvPr>
        </p:nvSpPr>
        <p:spPr>
          <a:xfrm>
            <a:off x="7520208" y="1809238"/>
            <a:ext cx="1722567" cy="1559717"/>
          </a:xfrm>
        </p:spPr>
      </p:sp>
      <p:sp>
        <p:nvSpPr>
          <p:cNvPr id="6" name="Рисунок 5">
            <a:extLst>
              <a:ext uri="{FF2B5EF4-FFF2-40B4-BE49-F238E27FC236}">
                <a16:creationId xmlns:a16="http://schemas.microsoft.com/office/drawing/2014/main" id="{B1F74E3B-D178-4815-DD0C-A02592AA14E6}"/>
              </a:ext>
            </a:extLst>
          </p:cNvPr>
          <p:cNvSpPr>
            <a:spLocks noGrp="1"/>
          </p:cNvSpPr>
          <p:nvPr>
            <p:ph type="pic" sz="quarter" idx="4294967295"/>
          </p:nvPr>
        </p:nvSpPr>
        <p:spPr>
          <a:xfrm>
            <a:off x="9802422" y="1809238"/>
            <a:ext cx="1722566" cy="1559717"/>
          </a:xfrm>
        </p:spPr>
      </p:sp>
      <p:sp>
        <p:nvSpPr>
          <p:cNvPr id="7" name="Заголовок 6">
            <a:extLst>
              <a:ext uri="{FF2B5EF4-FFF2-40B4-BE49-F238E27FC236}">
                <a16:creationId xmlns:a16="http://schemas.microsoft.com/office/drawing/2014/main" id="{A8302BF4-F579-F30C-0D0B-9EC587DE2A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8359" y="449787"/>
            <a:ext cx="9862734" cy="376138"/>
          </a:xfrm>
        </p:spPr>
        <p:txBody>
          <a:bodyPr/>
          <a:lstStyle/>
          <a:p>
            <a:r>
              <a:t>КОМАНДА</a:t>
            </a:r>
          </a:p>
        </p:txBody>
      </p:sp>
      <p:sp>
        <p:nvSpPr>
          <p:cNvPr id="9" name="Текст 8">
            <a:extLst>
              <a:ext uri="{FF2B5EF4-FFF2-40B4-BE49-F238E27FC236}">
                <a16:creationId xmlns:a16="http://schemas.microsoft.com/office/drawing/2014/main" id="{8392728C-0D28-63FE-46DB-BBDA5226DAE1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518360" y="4250028"/>
            <a:ext cx="1894354" cy="1624612"/>
          </a:xfrm>
        </p:spPr>
        <p:txBody>
          <a:bodyPr>
            <a:normAutofit/>
          </a:bodyPr>
          <a:lstStyle/>
          <a:p>
            <a:pPr rtl="0" fontAlgn="base">
              <a:spcBef>
                <a:spcPts val="60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ru-RU" sz="1200" dirty="0">
                <a:solidFill>
                  <a:schemeClr val="tx1"/>
                </a:solidFill>
              </a:rPr>
              <a:t>‹ЗАПОЛНИТЬ› роль в команде</a:t>
            </a:r>
          </a:p>
          <a:p>
            <a:pPr rtl="0" fontAlgn="base">
              <a:spcBef>
                <a:spcPts val="60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ru-RU" sz="1200" dirty="0">
                <a:solidFill>
                  <a:schemeClr val="tx1"/>
                </a:solidFill>
              </a:rPr>
              <a:t>‹ЗАПОЛНИТЬ› ник в мессенджере</a:t>
            </a:r>
          </a:p>
          <a:p>
            <a:pPr rtl="0" fontAlgn="base">
              <a:spcBef>
                <a:spcPts val="60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ru-RU" sz="1200" dirty="0">
                <a:solidFill>
                  <a:schemeClr val="tx1"/>
                </a:solidFill>
              </a:rPr>
              <a:t>‹ЗАПОЛНИТЬ› номер телефона</a:t>
            </a:r>
          </a:p>
          <a:p>
            <a:pPr rtl="0" fontAlgn="base">
              <a:spcBef>
                <a:spcPts val="60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ru-RU" sz="1200" dirty="0">
                <a:solidFill>
                  <a:schemeClr val="tx1"/>
                </a:solidFill>
              </a:rPr>
              <a:t>‹ЗАПОЛНИТЬ› место работы/учёбы</a:t>
            </a:r>
          </a:p>
        </p:txBody>
      </p:sp>
      <p:sp>
        <p:nvSpPr>
          <p:cNvPr id="15" name="Текст 8">
            <a:extLst>
              <a:ext uri="{FF2B5EF4-FFF2-40B4-BE49-F238E27FC236}">
                <a16:creationId xmlns:a16="http://schemas.microsoft.com/office/drawing/2014/main" id="{34A1767C-75B2-E3D4-5057-DD85E6AB1440}"/>
              </a:ext>
            </a:extLst>
          </p:cNvPr>
          <p:cNvSpPr txBox="1">
            <a:spLocks/>
          </p:cNvSpPr>
          <p:nvPr/>
        </p:nvSpPr>
        <p:spPr>
          <a:xfrm>
            <a:off x="518359" y="3622118"/>
            <a:ext cx="1722566" cy="62791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ru-RU" sz="1600" b="1" dirty="0">
                <a:solidFill>
                  <a:schemeClr val="accent5"/>
                </a:solidFill>
              </a:rPr>
              <a:t>‹ЗАПОЛНИТЬ› Имя Фамилия</a:t>
            </a:r>
          </a:p>
        </p:txBody>
      </p:sp>
    </p:spTree>
    <p:extLst>
      <p:ext uri="{BB962C8B-B14F-4D97-AF65-F5344CB8AC3E}">
        <p14:creationId xmlns:p14="http://schemas.microsoft.com/office/powerpoint/2010/main" val="92214703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112D283-FCC2-40D9-9CEA-EF1BD3595E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Скругленный прямоугольник 1">
            <a:extLst>
              <a:ext uri="{FF2B5EF4-FFF2-40B4-BE49-F238E27FC236}">
                <a16:creationId xmlns:a16="http://schemas.microsoft.com/office/drawing/2014/main" id="{9376089D-9A77-730A-ADAF-A685C17F1AED}"/>
              </a:ext>
            </a:extLst>
          </p:cNvPr>
          <p:cNvSpPr/>
          <p:nvPr/>
        </p:nvSpPr>
        <p:spPr>
          <a:xfrm>
            <a:off x="346075" y="324562"/>
            <a:ext cx="3952656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8" name="Номер слайда 17">
            <a:extLst>
              <a:ext uri="{FF2B5EF4-FFF2-40B4-BE49-F238E27FC236}">
                <a16:creationId xmlns:a16="http://schemas.microsoft.com/office/drawing/2014/main" id="{74006CB4-BD4D-EF41-3DCA-EDB126B8489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7" name="Заголовок 6">
            <a:extLst>
              <a:ext uri="{FF2B5EF4-FFF2-40B4-BE49-F238E27FC236}">
                <a16:creationId xmlns:a16="http://schemas.microsoft.com/office/drawing/2014/main" id="{9F7DE1A9-1AD8-0498-5446-8F5D409119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7849" y="449787"/>
            <a:ext cx="9862734" cy="376138"/>
          </a:xfrm>
        </p:spPr>
        <p:txBody>
          <a:bodyPr/>
          <a:lstStyle/>
          <a:p>
            <a:r>
              <a:t>КАК МЫ РАБОТАЛИ</a:t>
            </a:r>
          </a:p>
        </p:txBody>
      </p:sp>
      <p:sp>
        <p:nvSpPr>
          <p:cNvPr id="37" name="Текст 8">
            <a:extLst>
              <a:ext uri="{FF2B5EF4-FFF2-40B4-BE49-F238E27FC236}">
                <a16:creationId xmlns:a16="http://schemas.microsoft.com/office/drawing/2014/main" id="{C7B87D78-5037-F48A-F05C-8E80D4A5A4D0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533607" y="1602273"/>
            <a:ext cx="4425822" cy="934263"/>
          </a:xfrm>
        </p:spPr>
        <p:txBody>
          <a:bodyPr>
            <a:normAutofit/>
          </a:bodyPr>
          <a:lstStyle/>
          <a:p>
            <a:pPr marL="0" indent="0">
              <a:lnSpc>
                <a:spcPct val="100000"/>
              </a:lnSpc>
              <a:buNone/>
            </a:pPr>
            <a:r>
              <a:rPr lang="ru-RU" dirty="0">
                <a:solidFill>
                  <a:schemeClr val="tx1"/>
                </a:solidFill>
              </a:rPr>
              <a:t>‹ЗАПОЛНИТЬ› как собрались, участвовали ли вместе раньше</a:t>
            </a:r>
          </a:p>
        </p:txBody>
      </p:sp>
      <p:sp>
        <p:nvSpPr>
          <p:cNvPr id="38" name="Текст 8">
            <a:extLst>
              <a:ext uri="{FF2B5EF4-FFF2-40B4-BE49-F238E27FC236}">
                <a16:creationId xmlns:a16="http://schemas.microsoft.com/office/drawing/2014/main" id="{BAD76A99-219B-023F-35AA-74EDFF6A51FC}"/>
              </a:ext>
            </a:extLst>
          </p:cNvPr>
          <p:cNvSpPr txBox="1">
            <a:spLocks/>
          </p:cNvSpPr>
          <p:nvPr/>
        </p:nvSpPr>
        <p:spPr>
          <a:xfrm>
            <a:off x="533607" y="1279645"/>
            <a:ext cx="2990173" cy="353935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b="1" dirty="0">
                <a:solidFill>
                  <a:schemeClr val="accent5"/>
                </a:solidFill>
              </a:rPr>
              <a:t>Краткая история команды:</a:t>
            </a:r>
          </a:p>
        </p:txBody>
      </p:sp>
      <p:sp>
        <p:nvSpPr>
          <p:cNvPr id="40" name="Текст 8">
            <a:extLst>
              <a:ext uri="{FF2B5EF4-FFF2-40B4-BE49-F238E27FC236}">
                <a16:creationId xmlns:a16="http://schemas.microsoft.com/office/drawing/2014/main" id="{A812662F-49C9-0A37-1671-EE5E187C65D2}"/>
              </a:ext>
            </a:extLst>
          </p:cNvPr>
          <p:cNvSpPr txBox="1">
            <a:spLocks/>
          </p:cNvSpPr>
          <p:nvPr/>
        </p:nvSpPr>
        <p:spPr>
          <a:xfrm>
            <a:off x="533607" y="5139255"/>
            <a:ext cx="7318749" cy="105536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dirty="0">
                <a:solidFill>
                  <a:schemeClr val="tx1"/>
                </a:solidFill>
              </a:rPr>
              <a:t>Главная трудность была не технической, а методической: доказать, что ML здесь уместен. ТЗ его не требует, поэтому мы ограничили модели тем, что можно обосновать, и запретили им трогать игровую экономику отдельным решением в репозитории.</a:t>
            </a:r>
            <a:endParaRPr lang="en-US" dirty="0">
              <a:solidFill>
                <a:schemeClr val="tx1"/>
              </a:solidFill>
            </a:endParaRPr>
          </a:p>
          <a:p>
            <a:pPr marL="0" indent="0">
              <a:lnSpc>
                <a:spcPct val="100000"/>
              </a:lnSpc>
              <a:buNone/>
            </a:pPr>
            <a:r>
              <a:rPr lang="ru-RU" dirty="0">
                <a:solidFill>
                  <a:schemeClr val="tx1"/>
                </a:solidFill>
              </a:rPr>
              <a:t>Техническая часть проверялась запуском, а не тестами: 285 тестов проходили, а в контейнере сервис падал — путь к данным вычислялся от исходников, которых в образе нет. Так нашлись четыре ошибки, которые не видны из чекаута.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1" name="Текст 8">
            <a:extLst>
              <a:ext uri="{FF2B5EF4-FFF2-40B4-BE49-F238E27FC236}">
                <a16:creationId xmlns:a16="http://schemas.microsoft.com/office/drawing/2014/main" id="{1AF2119E-43D8-37AF-C511-A59B0DD883B0}"/>
              </a:ext>
            </a:extLst>
          </p:cNvPr>
          <p:cNvSpPr txBox="1">
            <a:spLocks/>
          </p:cNvSpPr>
          <p:nvPr/>
        </p:nvSpPr>
        <p:spPr>
          <a:xfrm>
            <a:off x="533608" y="4571473"/>
            <a:ext cx="6438692" cy="629056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10000"/>
              </a:lnSpc>
              <a:buNone/>
            </a:pPr>
            <a:r>
              <a:rPr lang="ru-RU" b="1" dirty="0">
                <a:solidFill>
                  <a:schemeClr val="accent5"/>
                </a:solidFill>
              </a:rPr>
              <a:t>С какими основными сложностями или вызовами </a:t>
            </a:r>
            <a:br>
              <a:rPr lang="ru-RU" b="1" dirty="0">
                <a:solidFill>
                  <a:schemeClr val="accent5"/>
                </a:solidFill>
              </a:rPr>
            </a:br>
            <a:r>
              <a:rPr lang="ru-RU" b="1" dirty="0">
                <a:solidFill>
                  <a:schemeClr val="accent5"/>
                </a:solidFill>
              </a:rPr>
              <a:t>вы столкнулись и как их преодолели?</a:t>
            </a:r>
          </a:p>
        </p:txBody>
      </p:sp>
      <p:sp>
        <p:nvSpPr>
          <p:cNvPr id="43" name="Текст 8">
            <a:extLst>
              <a:ext uri="{FF2B5EF4-FFF2-40B4-BE49-F238E27FC236}">
                <a16:creationId xmlns:a16="http://schemas.microsoft.com/office/drawing/2014/main" id="{819ADE62-86A0-41CF-FEBE-6AC207E6AB95}"/>
              </a:ext>
            </a:extLst>
          </p:cNvPr>
          <p:cNvSpPr txBox="1">
            <a:spLocks/>
          </p:cNvSpPr>
          <p:nvPr/>
        </p:nvSpPr>
        <p:spPr>
          <a:xfrm>
            <a:off x="533607" y="3429000"/>
            <a:ext cx="4945565" cy="107852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dirty="0">
                <a:solidFill>
                  <a:schemeClr val="tx1"/>
                </a:solidFill>
              </a:rPr>
              <a:t>Финансовую грамотность детям обычно объясняют текстом и тестами. Здесь можно показать последствия решения сразу и мягко: котик остался голодным, потому что обязательное не закрыто. Это та задача, где интерфейс учит лучше, чем объяснение.</a:t>
            </a:r>
          </a:p>
        </p:txBody>
      </p:sp>
      <p:sp>
        <p:nvSpPr>
          <p:cNvPr id="44" name="Текст 8">
            <a:extLst>
              <a:ext uri="{FF2B5EF4-FFF2-40B4-BE49-F238E27FC236}">
                <a16:creationId xmlns:a16="http://schemas.microsoft.com/office/drawing/2014/main" id="{A0EBDB05-E223-F4C0-4AF4-743B80D718E1}"/>
              </a:ext>
            </a:extLst>
          </p:cNvPr>
          <p:cNvSpPr txBox="1">
            <a:spLocks/>
          </p:cNvSpPr>
          <p:nvPr/>
        </p:nvSpPr>
        <p:spPr>
          <a:xfrm>
            <a:off x="533607" y="2900091"/>
            <a:ext cx="5629858" cy="52890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b="1" dirty="0">
                <a:solidFill>
                  <a:schemeClr val="accent5"/>
                </a:solidFill>
              </a:rPr>
              <a:t>Почему вы выбрали именно эту задачу </a:t>
            </a:r>
            <a:br>
              <a:rPr lang="ru-RU" b="1" dirty="0">
                <a:solidFill>
                  <a:schemeClr val="accent5"/>
                </a:solidFill>
              </a:rPr>
            </a:br>
            <a:r>
              <a:rPr lang="ru-RU" b="1" dirty="0">
                <a:solidFill>
                  <a:schemeClr val="accent5"/>
                </a:solidFill>
              </a:rPr>
              <a:t>из предложенных на хакатоне?</a:t>
            </a:r>
          </a:p>
        </p:txBody>
      </p:sp>
      <p:cxnSp>
        <p:nvCxnSpPr>
          <p:cNvPr id="5" name="Прямая соединительная линия 4">
            <a:extLst>
              <a:ext uri="{FF2B5EF4-FFF2-40B4-BE49-F238E27FC236}">
                <a16:creationId xmlns:a16="http://schemas.microsoft.com/office/drawing/2014/main" id="{8462540F-CBE5-F86F-AD60-3D1A03F73EED}"/>
              </a:ext>
            </a:extLst>
          </p:cNvPr>
          <p:cNvCxnSpPr>
            <a:cxnSpLocks/>
          </p:cNvCxnSpPr>
          <p:nvPr/>
        </p:nvCxnSpPr>
        <p:spPr>
          <a:xfrm>
            <a:off x="623888" y="2745691"/>
            <a:ext cx="11233150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6" name="Прямая соединительная линия 5">
            <a:extLst>
              <a:ext uri="{FF2B5EF4-FFF2-40B4-BE49-F238E27FC236}">
                <a16:creationId xmlns:a16="http://schemas.microsoft.com/office/drawing/2014/main" id="{43B6B201-8F98-911C-C812-B6DD350A7909}"/>
              </a:ext>
            </a:extLst>
          </p:cNvPr>
          <p:cNvCxnSpPr>
            <a:cxnSpLocks/>
          </p:cNvCxnSpPr>
          <p:nvPr/>
        </p:nvCxnSpPr>
        <p:spPr>
          <a:xfrm>
            <a:off x="623888" y="4407066"/>
            <a:ext cx="11233150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8" name="Прямая соединительная линия 7">
            <a:extLst>
              <a:ext uri="{FF2B5EF4-FFF2-40B4-BE49-F238E27FC236}">
                <a16:creationId xmlns:a16="http://schemas.microsoft.com/office/drawing/2014/main" id="{935A7CAA-85B0-3D33-9D92-74AF00456FDE}"/>
              </a:ext>
            </a:extLst>
          </p:cNvPr>
          <p:cNvCxnSpPr>
            <a:cxnSpLocks/>
          </p:cNvCxnSpPr>
          <p:nvPr/>
        </p:nvCxnSpPr>
        <p:spPr>
          <a:xfrm>
            <a:off x="623888" y="1110074"/>
            <a:ext cx="11233150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9" name="Текст 8">
            <a:extLst>
              <a:ext uri="{FF2B5EF4-FFF2-40B4-BE49-F238E27FC236}">
                <a16:creationId xmlns:a16="http://schemas.microsoft.com/office/drawing/2014/main" id="{DE3DBF43-8386-18C6-2DBB-93FBC617A211}"/>
              </a:ext>
            </a:extLst>
          </p:cNvPr>
          <p:cNvSpPr txBox="1">
            <a:spLocks/>
          </p:cNvSpPr>
          <p:nvPr/>
        </p:nvSpPr>
        <p:spPr>
          <a:xfrm>
            <a:off x="11015788" y="1279645"/>
            <a:ext cx="956838" cy="353935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buNone/>
            </a:pPr>
            <a:r>
              <a:rPr lang="ru-RU" b="1" dirty="0">
                <a:solidFill>
                  <a:schemeClr val="accent5"/>
                </a:solidFill>
              </a:rPr>
              <a:t>01</a:t>
            </a:r>
          </a:p>
        </p:txBody>
      </p:sp>
      <p:sp>
        <p:nvSpPr>
          <p:cNvPr id="11" name="Текст 8">
            <a:extLst>
              <a:ext uri="{FF2B5EF4-FFF2-40B4-BE49-F238E27FC236}">
                <a16:creationId xmlns:a16="http://schemas.microsoft.com/office/drawing/2014/main" id="{1C998835-697E-638C-C9A8-992A3CFE1585}"/>
              </a:ext>
            </a:extLst>
          </p:cNvPr>
          <p:cNvSpPr txBox="1">
            <a:spLocks/>
          </p:cNvSpPr>
          <p:nvPr/>
        </p:nvSpPr>
        <p:spPr>
          <a:xfrm>
            <a:off x="11015788" y="2900091"/>
            <a:ext cx="930595" cy="52890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lnSpc>
                <a:spcPct val="100000"/>
              </a:lnSpc>
              <a:buNone/>
            </a:pPr>
            <a:r>
              <a:rPr lang="ru-RU" b="1" dirty="0">
                <a:solidFill>
                  <a:schemeClr val="accent5"/>
                </a:solidFill>
              </a:rPr>
              <a:t>02</a:t>
            </a:r>
          </a:p>
        </p:txBody>
      </p:sp>
      <p:sp>
        <p:nvSpPr>
          <p:cNvPr id="12" name="Текст 8">
            <a:extLst>
              <a:ext uri="{FF2B5EF4-FFF2-40B4-BE49-F238E27FC236}">
                <a16:creationId xmlns:a16="http://schemas.microsoft.com/office/drawing/2014/main" id="{63CDAC47-57C1-8743-C534-E78438BFEAB6}"/>
              </a:ext>
            </a:extLst>
          </p:cNvPr>
          <p:cNvSpPr txBox="1">
            <a:spLocks/>
          </p:cNvSpPr>
          <p:nvPr/>
        </p:nvSpPr>
        <p:spPr>
          <a:xfrm>
            <a:off x="11015788" y="4571473"/>
            <a:ext cx="930596" cy="56778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lnSpc>
                <a:spcPct val="100000"/>
              </a:lnSpc>
              <a:buNone/>
            </a:pPr>
            <a:r>
              <a:rPr lang="ru-RU" b="1" dirty="0">
                <a:solidFill>
                  <a:schemeClr val="accent5"/>
                </a:solidFill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203551114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AD51DE2-6F1E-2FB8-52A8-A597ED4D8F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Скругленный прямоугольник 9">
            <a:extLst>
              <a:ext uri="{FF2B5EF4-FFF2-40B4-BE49-F238E27FC236}">
                <a16:creationId xmlns:a16="http://schemas.microsoft.com/office/drawing/2014/main" id="{99639827-4B20-41B4-B9A5-E5F859569F5A}"/>
              </a:ext>
            </a:extLst>
          </p:cNvPr>
          <p:cNvSpPr/>
          <p:nvPr/>
        </p:nvSpPr>
        <p:spPr>
          <a:xfrm>
            <a:off x="346075" y="324562"/>
            <a:ext cx="3750912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4" name="Скругленный прямоугольник 23">
            <a:extLst>
              <a:ext uri="{FF2B5EF4-FFF2-40B4-BE49-F238E27FC236}">
                <a16:creationId xmlns:a16="http://schemas.microsoft.com/office/drawing/2014/main" id="{D6D9A41E-4495-E50B-97DA-5E654B99A15A}"/>
              </a:ext>
            </a:extLst>
          </p:cNvPr>
          <p:cNvSpPr/>
          <p:nvPr/>
        </p:nvSpPr>
        <p:spPr>
          <a:xfrm>
            <a:off x="6230774" y="1211284"/>
            <a:ext cx="5440313" cy="4989492"/>
          </a:xfrm>
          <a:prstGeom prst="roundRect">
            <a:avLst>
              <a:gd name="adj" fmla="val 3865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7" name="Скругленный прямоугольник 26">
            <a:extLst>
              <a:ext uri="{FF2B5EF4-FFF2-40B4-BE49-F238E27FC236}">
                <a16:creationId xmlns:a16="http://schemas.microsoft.com/office/drawing/2014/main" id="{4205FFC6-B5B1-7076-639B-E4DAFE652AFA}"/>
              </a:ext>
            </a:extLst>
          </p:cNvPr>
          <p:cNvSpPr/>
          <p:nvPr/>
        </p:nvSpPr>
        <p:spPr>
          <a:xfrm>
            <a:off x="346076" y="1211284"/>
            <a:ext cx="5440313" cy="4989492"/>
          </a:xfrm>
          <a:prstGeom prst="roundRect">
            <a:avLst>
              <a:gd name="adj" fmla="val 3407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1" name="Номер слайда 20">
            <a:extLst>
              <a:ext uri="{FF2B5EF4-FFF2-40B4-BE49-F238E27FC236}">
                <a16:creationId xmlns:a16="http://schemas.microsoft.com/office/drawing/2014/main" id="{889AB292-D098-2ABD-0429-89B4EFAD43B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t>5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B2BA7842-46FE-F786-9D85-92BBE62C549A}"/>
              </a:ext>
            </a:extLst>
          </p:cNvPr>
          <p:cNvSpPr>
            <a:spLocks noGrp="1"/>
          </p:cNvSpPr>
          <p:nvPr>
            <p:ph type="body" sz="quarter" idx="38"/>
          </p:nvPr>
        </p:nvSpPr>
        <p:spPr>
          <a:xfrm>
            <a:off x="589493" y="1920927"/>
            <a:ext cx="4929861" cy="3868581"/>
          </a:xfrm>
        </p:spPr>
        <p:txBody>
          <a:bodyPr>
            <a:normAutofit/>
          </a:bodyPr>
          <a:lstStyle/>
          <a:p>
            <a:r>
              <a:rPr lang="ru-RU" sz="1000" dirty="0">
                <a:solidFill>
                  <a:schemeClr val="tx1"/>
                </a:solidFill>
              </a:rPr>
              <a:t>Игровой цикл целиком на устройстве: локальная база, ноль зависимости от сети (ТЗ §3.1.5).</a:t>
            </a:r>
          </a:p>
          <a:p>
            <a:r>
              <a:rPr lang="ru-RU" sz="1000" dirty="0">
                <a:solidFill>
                  <a:schemeClr val="tx1"/>
                </a:solidFill>
              </a:rPr>
              <a:t/>
            </a:r>
          </a:p>
          <a:p>
            <a:r>
              <a:rPr lang="ru-RU" sz="1000" dirty="0">
                <a:solidFill>
                  <a:schemeClr val="tx1"/>
                </a:solidFill>
              </a:rPr>
              <a:t>ЗАЧЕМ ЗДЕСЬ ML. ТЗ его не требует — §2.7.5 выносит ИИ и ML за обязательный минимум. Поэтому применяем только там, где §3.2 разрешает, и отвечаем на все три его условия.</a:t>
            </a:r>
          </a:p>
          <a:p>
            <a:r>
              <a:rPr lang="ru-RU" sz="1000" dirty="0">
                <a:solidFill>
                  <a:schemeClr val="tx1"/>
                </a:solidFill>
              </a:rPr>
              <a:t/>
            </a:r>
          </a:p>
          <a:p>
            <a:r>
              <a:rPr lang="ru-RU" sz="1000" dirty="0">
                <a:solidFill>
                  <a:schemeClr val="tx1"/>
                </a:solidFill>
              </a:rPr>
              <a:t>Задача. Три модели: какое объяснение показать в «Советнике», в каком порядке предложить задания, какие периоды показать методисту. Экономику игры не трогает ни одна — это отдельное решение в репозитории.</a:t>
            </a:r>
          </a:p>
          <a:p>
            <a:r>
              <a:rPr lang="ru-RU" sz="1000" dirty="0">
                <a:solidFill>
                  <a:schemeClr val="tx1"/>
                </a:solidFill>
              </a:rPr>
              <a:t/>
            </a:r>
          </a:p>
          <a:p>
            <a:r>
              <a:rPr lang="ru-RU" sz="1000" dirty="0">
                <a:solidFill>
                  <a:schemeClr val="tx1"/>
                </a:solidFill>
              </a:rPr>
              <a:t>Данные. Только синтетика. Персональные данные детей не собираются: контракты отвергают такие поля, сборка падает, API отвечает 422.</a:t>
            </a:r>
          </a:p>
          <a:p>
            <a:r>
              <a:rPr lang="ru-RU" sz="1000" dirty="0">
                <a:solidFill>
                  <a:schemeClr val="tx1"/>
                </a:solidFill>
              </a:rPr>
              <a:t/>
            </a:r>
          </a:p>
          <a:p>
            <a:r>
              <a:rPr lang="ru-RU" sz="1000" dirty="0">
                <a:solidFill>
                  <a:schemeClr val="tx1"/>
                </a:solidFill>
              </a:rPr>
              <a:t>Контроль. Гейты качества: не прошла — не выкладывается, и challenger должен быть не хуже действующей. Разделение выборки по игрокам. Проверка совпадения ответов после конвертации в ONNX. Мониторинг дрейфа. Граница применимости выведена из данных: точность падает с 0.83 на 4-м периоде до 0.46 на 10-м, поэтому дальше 5-го модель воздерживается и отвечает правило.</a:t>
            </a:r>
          </a:p>
          <a:p>
            <a:r>
              <a:rPr lang="ru-RU" sz="1000" dirty="0">
                <a:solidFill>
                  <a:schemeClr val="tx1"/>
                </a:solidFill>
              </a:rPr>
              <a:t/>
            </a:r>
          </a:p>
          <a:p>
            <a:r>
              <a:rPr lang="ru-RU" sz="1000" dirty="0">
                <a:solidFill>
                  <a:schemeClr val="tx1"/>
                </a:solidFill>
              </a:rPr>
              <a:t>Стек: Python, DuckDB, dbt, Iceberg, Trino, Redpanda, MLflow, FastAPI, ONNX Runtime, Docker Compose.</a:t>
            </a:r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FADF42A3-53F4-C8E0-2D79-332DAAEB9A8A}"/>
              </a:ext>
            </a:extLst>
          </p:cNvPr>
          <p:cNvSpPr>
            <a:spLocks noGrp="1"/>
          </p:cNvSpPr>
          <p:nvPr>
            <p:ph type="body" sz="quarter" idx="42"/>
          </p:nvPr>
        </p:nvSpPr>
        <p:spPr>
          <a:xfrm>
            <a:off x="6513513" y="1920927"/>
            <a:ext cx="4957144" cy="3876445"/>
          </a:xfrm>
        </p:spPr>
        <p:txBody>
          <a:bodyPr>
            <a:normAutofit/>
          </a:bodyPr>
          <a:lstStyle/>
          <a:p>
            <a:r>
              <a:rPr lang="ru-RU" sz="1000" dirty="0">
                <a:solidFill>
                  <a:schemeClr val="tx1"/>
                </a:solidFill>
              </a:rPr>
              <a:t>Пилот в школах и библиотеках. Приложение работает офлайн, поэтому не требует ни сети в классе, ни регистрации ребёнка — внедряется там, где обычный сервис не поставить.</a:t>
            </a:r>
            <a:br>
              <a:rPr lang="ru-RU" sz="1400" dirty="0">
                <a:solidFill>
                  <a:schemeClr val="tx1"/>
                </a:solidFill>
              </a:rPr>
            </a:br>
          </a:p>
          <a:p>
            <a:r>
              <a:rPr lang="ru-RU" sz="1000" dirty="0">
                <a:solidFill>
                  <a:schemeClr val="tx1"/>
                </a:solidFill>
              </a:rPr>
              <a:t/>
            </a:r>
            <a:br>
              <a:rPr lang="ru-RU" sz="1400" dirty="0">
                <a:solidFill>
                  <a:schemeClr val="tx1"/>
                </a:solidFill>
              </a:rPr>
            </a:br>
          </a:p>
          <a:p>
            <a:r>
              <a:rPr lang="ru-RU" sz="1000" dirty="0">
                <a:solidFill>
                  <a:schemeClr val="tx1"/>
                </a:solidFill>
              </a:rPr>
              <a:t>Каталог, задания и цели меняются без пересборки приложения: методист обновляет материал сам, в том числе под тематические недели.</a:t>
            </a:r>
            <a:br>
              <a:rPr lang="ru-RU" sz="1400" dirty="0">
                <a:solidFill>
                  <a:schemeClr val="tx1"/>
                </a:solidFill>
              </a:rPr>
            </a:br>
          </a:p>
          <a:p>
            <a:r>
              <a:rPr lang="ru-RU" sz="1000" dirty="0">
                <a:solidFill>
                  <a:schemeClr val="tx1"/>
                </a:solidFill>
              </a:rPr>
              <a:t/>
            </a:r>
            <a:br>
              <a:rPr lang="ru-RU" sz="1400" dirty="0">
                <a:solidFill>
                  <a:schemeClr val="tx1"/>
                </a:solidFill>
              </a:rPr>
            </a:br>
          </a:p>
          <a:p>
            <a:r>
              <a:rPr lang="ru-RU" sz="1000" dirty="0">
                <a:solidFill>
                  <a:schemeClr val="tx1"/>
                </a:solidFill>
              </a:rPr>
              <a:t>Раздел взрослого как отдельная ценность: родитель видит не оценку ребёнка, а разговорные поводы. На этом строится подписка, не урезая бесплатную часть.</a:t>
            </a:r>
            <a:br>
              <a:rPr lang="ru-RU" sz="1400" dirty="0">
                <a:solidFill>
                  <a:schemeClr val="tx1"/>
                </a:solidFill>
              </a:rPr>
            </a:br>
          </a:p>
          <a:p>
            <a:r>
              <a:rPr lang="ru-RU" sz="1000" dirty="0">
                <a:solidFill>
                  <a:schemeClr val="tx1"/>
                </a:solidFill>
              </a:rPr>
              <a:t/>
            </a:r>
            <a:br>
              <a:rPr lang="ru-RU" sz="1400" dirty="0">
                <a:solidFill>
                  <a:schemeClr val="tx1"/>
                </a:solidFill>
              </a:rPr>
            </a:br>
          </a:p>
          <a:p>
            <a:r>
              <a:rPr lang="ru-RU" sz="1000" dirty="0">
                <a:solidFill>
                  <a:schemeClr val="tx1"/>
                </a:solidFill>
              </a:rPr>
              <a:t>ПОЧЕМУ ЭТО СИЛЬНАЯ ЗАЯВКА. Каждое число здесь измерено и воспроизводится одной командой: 309 автотестов, 82 % покрытия, 58 проверок dbt, 14 проверок качества данных. Стек поднимается целиком и проверен живьём — склад пишется и читается, API отвечает за 0.5 мс при бюджете 50.</a:t>
            </a:r>
            <a:br>
              <a:rPr lang="ru-RU" sz="1400" dirty="0">
                <a:solidFill>
                  <a:schemeClr val="tx1"/>
                </a:solidFill>
              </a:rPr>
            </a:br>
          </a:p>
          <a:p>
            <a:r>
              <a:rPr lang="ru-RU" sz="1000" dirty="0">
                <a:solidFill>
                  <a:schemeClr val="tx1"/>
                </a:solidFill>
              </a:rPr>
              <a:t/>
            </a:r>
            <a:br>
              <a:rPr lang="ru-RU" sz="1400" dirty="0">
                <a:solidFill>
                  <a:schemeClr val="tx1"/>
                </a:solidFill>
              </a:rPr>
            </a:br>
          </a:p>
          <a:p>
            <a:r>
              <a:rPr lang="ru-RU" sz="1000" dirty="0">
                <a:solidFill>
                  <a:schemeClr val="tx1"/>
                </a:solidFill>
              </a:rPr>
              <a:t>И главное: мы показываем не только что ML работает, но и где он перестаёт быть полезным, и что тогда происходит. Это то, что отличает обоснованное применение от демонстрации ради демонстрации.</a:t>
            </a:r>
            <a:br>
              <a:rPr lang="ru-RU" sz="1400" dirty="0">
                <a:solidFill>
                  <a:schemeClr val="tx1"/>
                </a:solidFill>
              </a:rPr>
            </a:br>
          </a:p>
          <a:p>
            <a:r>
              <a:rPr lang="ru-RU" sz="1000" dirty="0">
                <a:solidFill>
                  <a:schemeClr val="tx1"/>
                </a:solidFill>
              </a:rPr>
              <a:t/>
            </a:r>
            <a:br>
              <a:rPr lang="ru-RU" sz="1400" dirty="0">
                <a:solidFill>
                  <a:schemeClr val="tx1"/>
                </a:solidFill>
              </a:rPr>
            </a:br>
          </a:p>
          <a:p>
            <a:r>
              <a:rPr lang="ru-RU" sz="1000" dirty="0">
                <a:solidFill>
                  <a:schemeClr val="tx1"/>
                </a:solidFill>
              </a:rPr>
              <a:t>Платформа переносится на другие продукты департамента: меняется источник событий, конвейер остаётся.</a:t>
            </a:r>
            <a:br>
              <a:rPr lang="ru-RU" sz="1400" dirty="0">
                <a:solidFill>
                  <a:schemeClr val="tx1"/>
                </a:solidFill>
              </a:rPr>
            </a:br>
          </a:p>
        </p:txBody>
      </p:sp>
      <p:sp>
        <p:nvSpPr>
          <p:cNvPr id="14" name="Заголовок 13">
            <a:extLst>
              <a:ext uri="{FF2B5EF4-FFF2-40B4-BE49-F238E27FC236}">
                <a16:creationId xmlns:a16="http://schemas.microsoft.com/office/drawing/2014/main" id="{9ADE5A7A-262A-121D-63C7-92347C3B48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56851"/>
            <a:ext cx="9862734" cy="376138"/>
          </a:xfrm>
        </p:spPr>
        <p:txBody>
          <a:bodyPr/>
          <a:lstStyle/>
          <a:p>
            <a:r>
              <a:rPr lang="ru-RU" dirty="0"/>
              <a:t>КОРОТКО О РЕШЕНИИ</a:t>
            </a:r>
          </a:p>
        </p:txBody>
      </p:sp>
      <p:sp>
        <p:nvSpPr>
          <p:cNvPr id="15" name="Текст 14">
            <a:extLst>
              <a:ext uri="{FF2B5EF4-FFF2-40B4-BE49-F238E27FC236}">
                <a16:creationId xmlns:a16="http://schemas.microsoft.com/office/drawing/2014/main" id="{26BEC078-5087-6080-D7D6-F5A0B438BDE2}"/>
              </a:ext>
            </a:extLst>
          </p:cNvPr>
          <p:cNvSpPr>
            <a:spLocks noGrp="1"/>
          </p:cNvSpPr>
          <p:nvPr>
            <p:ph type="body" sz="quarter" idx="49"/>
          </p:nvPr>
        </p:nvSpPr>
        <p:spPr>
          <a:xfrm>
            <a:off x="578063" y="1476583"/>
            <a:ext cx="4929861" cy="555147"/>
          </a:xfrm>
        </p:spPr>
        <p:txBody>
          <a:bodyPr/>
          <a:lstStyle/>
          <a:p>
            <a:pPr>
              <a:lnSpc>
                <a:spcPct val="100000"/>
              </a:lnSpc>
            </a:pPr>
            <a:r>
              <a:rPr lang="ru-RU" sz="2000" b="1" dirty="0">
                <a:solidFill>
                  <a:schemeClr val="accent5"/>
                </a:solidFill>
              </a:rPr>
              <a:t>Техническая суть решения</a:t>
            </a:r>
          </a:p>
        </p:txBody>
      </p:sp>
      <p:sp>
        <p:nvSpPr>
          <p:cNvPr id="17" name="Текст 16">
            <a:extLst>
              <a:ext uri="{FF2B5EF4-FFF2-40B4-BE49-F238E27FC236}">
                <a16:creationId xmlns:a16="http://schemas.microsoft.com/office/drawing/2014/main" id="{2859F02A-65ED-43C1-C072-8FCD6772DA35}"/>
              </a:ext>
            </a:extLst>
          </p:cNvPr>
          <p:cNvSpPr>
            <a:spLocks noGrp="1"/>
          </p:cNvSpPr>
          <p:nvPr>
            <p:ph type="body" sz="quarter" idx="51"/>
          </p:nvPr>
        </p:nvSpPr>
        <p:spPr>
          <a:xfrm>
            <a:off x="6513513" y="1476583"/>
            <a:ext cx="5214724" cy="561519"/>
          </a:xfrm>
        </p:spPr>
        <p:txBody>
          <a:bodyPr/>
          <a:lstStyle/>
          <a:p>
            <a:pPr>
              <a:lnSpc>
                <a:spcPct val="100000"/>
              </a:lnSpc>
            </a:pPr>
            <a:r>
              <a:rPr lang="ru-RU" sz="2000" b="1" dirty="0">
                <a:solidFill>
                  <a:schemeClr val="accent5"/>
                </a:solidFill>
              </a:rPr>
              <a:t>Маркетинговая суть решения</a:t>
            </a:r>
          </a:p>
          <a:p>
            <a:pPr>
              <a:lnSpc>
                <a:spcPct val="100000"/>
              </a:lnSpc>
            </a:pPr>
            <a:endParaRPr lang="ru-RU" b="1" dirty="0">
              <a:solidFill>
                <a:schemeClr val="accent5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998776457"/>
      </p:ext>
    </p:extLst>
  </p:cSld>
  <p:clrMapOvr>
    <a:masterClrMapping/>
  </p:clrMapOvr>
</p:sld>
</file>

<file path=ppt/theme/theme1.xml><?xml version="1.0" encoding="utf-8"?>
<a:theme xmlns:a="http://schemas.openxmlformats.org/drawingml/2006/main" name="Для Академия инноваторов 16_9">
  <a:themeElements>
    <a:clrScheme name="Пользовательские 2">
      <a:dk1>
        <a:srgbClr val="000000"/>
      </a:dk1>
      <a:lt1>
        <a:srgbClr val="FFFFFF"/>
      </a:lt1>
      <a:dk2>
        <a:srgbClr val="1C1D22"/>
      </a:dk2>
      <a:lt2>
        <a:srgbClr val="E5E7E9"/>
      </a:lt2>
      <a:accent1>
        <a:srgbClr val="FF0053"/>
      </a:accent1>
      <a:accent2>
        <a:srgbClr val="FFD6E3"/>
      </a:accent2>
      <a:accent3>
        <a:srgbClr val="FC3777"/>
      </a:accent3>
      <a:accent4>
        <a:srgbClr val="8A83D1"/>
      </a:accent4>
      <a:accent5>
        <a:srgbClr val="520977"/>
      </a:accent5>
      <a:accent6>
        <a:srgbClr val="2D1451"/>
      </a:accent6>
      <a:hlink>
        <a:srgbClr val="FF0053"/>
      </a:hlink>
      <a:folHlink>
        <a:srgbClr val="5D2B84"/>
      </a:folHlink>
    </a:clrScheme>
    <a:fontScheme name="Лидеры цифровой трансформации">
      <a:majorFont>
        <a:latin typeface="Montserrat"/>
        <a:ea typeface=""/>
        <a:cs typeface=""/>
      </a:majorFont>
      <a:minorFont>
        <a:latin typeface="Montserrat"/>
        <a:ea typeface=""/>
        <a:cs typeface="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bg1">
            <a:alpha val="0"/>
          </a:schemeClr>
        </a:solidFill>
        <a:ln w="19050">
          <a:solidFill>
            <a:schemeClr val="bg1">
              <a:alpha val="47000"/>
            </a:schemeClr>
          </a:solidFill>
        </a:ln>
      </a:spPr>
      <a:bodyPr rtlCol="0" anchor="t"/>
      <a:lstStyle>
        <a:defPPr algn="ctr">
          <a:defRPr b="1" dirty="0" smtClean="0">
            <a:solidFill>
              <a:schemeClr val="accent2"/>
            </a:solidFill>
          </a:defRPr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Для Академия инноваторов 16_9" id="{1723B771-A24B-45DA-B7CE-887A7FB91DED}" vid="{FE7ADCA1-0705-4BF5-AEC5-34FB9D7ACE5C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11023</TotalTime>
  <Words>633</Words>
  <Application>Microsoft Macintosh PowerPoint</Application>
  <PresentationFormat>Широкоэкранный</PresentationFormat>
  <Paragraphs>192</Paragraphs>
  <Slides>37</Slides>
  <Notes>3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7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37</vt:i4>
      </vt:variant>
    </vt:vector>
  </HeadingPairs>
  <TitlesOfParts>
    <vt:vector size="45" baseType="lpstr">
      <vt:lpstr>Arial</vt:lpstr>
      <vt:lpstr>Calibri</vt:lpstr>
      <vt:lpstr>Lato Light</vt:lpstr>
      <vt:lpstr>Montserrat</vt:lpstr>
      <vt:lpstr>Montserrat Medium</vt:lpstr>
      <vt:lpstr>Poppins Light</vt:lpstr>
      <vt:lpstr>Wingdings</vt:lpstr>
      <vt:lpstr>Для Академия инноваторов 16_9</vt:lpstr>
      <vt:lpstr>Презентация PowerPoint</vt:lpstr>
      <vt:lpstr>ВВОДНЫЕ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КОРОТКО О РЕШЕНИИ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Полезные материалы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creator>Анастасия Юшкова</dc:creator>
  <cp:lastModifiedBy>Microsoft Office User</cp:lastModifiedBy>
  <cp:revision>95</cp:revision>
  <dcterms:created xsi:type="dcterms:W3CDTF">2023-05-15T07:36:23Z</dcterms:created>
  <dcterms:modified xsi:type="dcterms:W3CDTF">2026-09-14T11:14:59Z</dcterms:modified>
</cp:coreProperties>
</file>