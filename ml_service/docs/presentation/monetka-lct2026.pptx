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rPr>
                <a:solidFill>
                  <a:srgbClr val="FFFFFF"/>
                </a:solidFill>
              </a:rP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Кол-во 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Краткое описание: ‹ЗАПОЛНИТЬ› как собрались, где учитесь или работаете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Город и регион: ‹ЗАПОЛНИТЬ› город,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rgbClr val="1C1D22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Медведев Александр Дмитриевич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Бэкенд и дата-инженерия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Червак Алексей Петрович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‹ЗАПОЛНИТЬ› как собрались, участвовали ли вместе раньше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520977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Игровой цикл выполняется целиком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Машинное обучение ТЗ не требует: §2.7.5 выносит его за обязательный минимум. Мы применяем его только там, где §3.2 это допускает, и отвечаем на все три условия пункта.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передать методисту на проверку. Игровую экономику не изменяет ни одна — запрет зафиксирован отдельным решением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Данные. Только синтетическая телеметрия. Персональные данные детей не собираются: контракты событий отвергают такие поля, сборка останавливается,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Контроль корректности. Модель не выкладывается, если не прошла порог, и дополнительно должна быть не хуже действующей. Выборка делится по игрокам, а не по строкам. После конвертации в ONNX проверяется совпадение ответов с исходной моделью. Ведётся мониторинг дрейфа.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Граница применимости выведена из измерений: точность распознавания падает с 0.83 на четвёртом периоде до 0.46 на десятом, поэтому после пятого периода модель воздерживается и ответ формирует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ребёнка, и разворачивается там, где обычный сервис недоступен.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Каталог, задания и цели изменяются без пересборки приложения: методист обновляет материал самостоятельно,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Три довода в пользу решения. Первый: каждый показатель измерен и воспроизводится одной командой — 309 автотестов, 82 % покрытия, 58 проверок dbt, 14 проверок качества данных. Второй: стек разворачивается целиком и проверен в работе — хранилище пишется и читается, API отвечает за 0.5 мс при бюджете 50 мс. Третий: мы показываем не только то, что модель работает, но и границу, за которой она перестаёт быть полезной, и что происходит за этой границей.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